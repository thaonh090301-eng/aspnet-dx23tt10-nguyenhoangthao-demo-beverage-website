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45175E-8942-458A-A8CB-2D802DF7A268}" v="31" dt="2026-08-31T08:44:30.2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45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ảo Nguyễn Hoàng" userId="9dfa4b93ce5f3a7a" providerId="LiveId" clId="{D8CE5E2D-E3FA-4981-B0BF-2103AFD91780}"/>
    <pc:docChg chg="undo redo custSel modSld">
      <pc:chgData name="Thảo Nguyễn Hoàng" userId="9dfa4b93ce5f3a7a" providerId="LiveId" clId="{D8CE5E2D-E3FA-4981-B0BF-2103AFD91780}" dt="2026-08-31T09:40:19.057" v="161" actId="20577"/>
      <pc:docMkLst>
        <pc:docMk/>
      </pc:docMkLst>
      <pc:sldChg chg="delSp modSp mod modNotesTx">
        <pc:chgData name="Thảo Nguyễn Hoàng" userId="9dfa4b93ce5f3a7a" providerId="LiveId" clId="{D8CE5E2D-E3FA-4981-B0BF-2103AFD91780}" dt="2026-08-31T09:39:19.840" v="137" actId="20577"/>
        <pc:sldMkLst>
          <pc:docMk/>
          <pc:sldMk cId="0" sldId="256"/>
        </pc:sldMkLst>
        <pc:spChg chg="del mod">
          <ac:chgData name="Thảo Nguyễn Hoàng" userId="9dfa4b93ce5f3a7a" providerId="LiveId" clId="{D8CE5E2D-E3FA-4981-B0BF-2103AFD91780}" dt="2026-08-31T08:50:27.748" v="136" actId="478"/>
          <ac:spMkLst>
            <pc:docMk/>
            <pc:sldMk cId="0" sldId="256"/>
            <ac:spMk id="2" creationId="{00000000-0000-0000-0000-000000000000}"/>
          </ac:spMkLst>
        </pc:spChg>
        <pc:spChg chg="mod">
          <ac:chgData name="Thảo Nguyễn Hoàng" userId="9dfa4b93ce5f3a7a" providerId="LiveId" clId="{D8CE5E2D-E3FA-4981-B0BF-2103AFD91780}" dt="2026-08-31T08:34:51.176" v="47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Thảo Nguyễn Hoàng" userId="9dfa4b93ce5f3a7a" providerId="LiveId" clId="{D8CE5E2D-E3FA-4981-B0BF-2103AFD91780}" dt="2026-08-31T08:34:59.897" v="49" actId="207"/>
          <ac:spMkLst>
            <pc:docMk/>
            <pc:sldMk cId="0" sldId="256"/>
            <ac:spMk id="6" creationId="{00000000-0000-0000-0000-000000000000}"/>
          </ac:spMkLst>
        </pc:spChg>
      </pc:sldChg>
      <pc:sldChg chg="modSp mod modNotesTx">
        <pc:chgData name="Thảo Nguyễn Hoàng" userId="9dfa4b93ce5f3a7a" providerId="LiveId" clId="{D8CE5E2D-E3FA-4981-B0BF-2103AFD91780}" dt="2026-08-31T09:39:22.827" v="138" actId="20577"/>
        <pc:sldMkLst>
          <pc:docMk/>
          <pc:sldMk cId="0" sldId="257"/>
        </pc:sldMkLst>
        <pc:spChg chg="mod">
          <ac:chgData name="Thảo Nguyễn Hoàng" userId="9dfa4b93ce5f3a7a" providerId="LiveId" clId="{D8CE5E2D-E3FA-4981-B0BF-2103AFD91780}" dt="2026-08-31T08:35:36.615" v="53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Thảo Nguyễn Hoàng" userId="9dfa4b93ce5f3a7a" providerId="LiveId" clId="{D8CE5E2D-E3FA-4981-B0BF-2103AFD91780}" dt="2026-08-31T08:35:32.667" v="52" actId="1076"/>
          <ac:spMkLst>
            <pc:docMk/>
            <pc:sldMk cId="0" sldId="257"/>
            <ac:spMk id="4" creationId="{00000000-0000-0000-0000-000000000000}"/>
          </ac:spMkLst>
        </pc:spChg>
      </pc:sldChg>
      <pc:sldChg chg="modNotesTx">
        <pc:chgData name="Thảo Nguyễn Hoàng" userId="9dfa4b93ce5f3a7a" providerId="LiveId" clId="{D8CE5E2D-E3FA-4981-B0BF-2103AFD91780}" dt="2026-08-31T09:39:24.677" v="139" actId="20577"/>
        <pc:sldMkLst>
          <pc:docMk/>
          <pc:sldMk cId="0" sldId="258"/>
        </pc:sldMkLst>
      </pc:sldChg>
      <pc:sldChg chg="modNotesTx">
        <pc:chgData name="Thảo Nguyễn Hoàng" userId="9dfa4b93ce5f3a7a" providerId="LiveId" clId="{D8CE5E2D-E3FA-4981-B0BF-2103AFD91780}" dt="2026-08-31T09:39:26.538" v="140" actId="20577"/>
        <pc:sldMkLst>
          <pc:docMk/>
          <pc:sldMk cId="0" sldId="259"/>
        </pc:sldMkLst>
      </pc:sldChg>
      <pc:sldChg chg="modNotesTx">
        <pc:chgData name="Thảo Nguyễn Hoàng" userId="9dfa4b93ce5f3a7a" providerId="LiveId" clId="{D8CE5E2D-E3FA-4981-B0BF-2103AFD91780}" dt="2026-08-31T09:39:28.018" v="141" actId="20577"/>
        <pc:sldMkLst>
          <pc:docMk/>
          <pc:sldMk cId="0" sldId="260"/>
        </pc:sldMkLst>
      </pc:sldChg>
      <pc:sldChg chg="modNotesTx">
        <pc:chgData name="Thảo Nguyễn Hoàng" userId="9dfa4b93ce5f3a7a" providerId="LiveId" clId="{D8CE5E2D-E3FA-4981-B0BF-2103AFD91780}" dt="2026-08-31T09:39:33.388" v="143" actId="20577"/>
        <pc:sldMkLst>
          <pc:docMk/>
          <pc:sldMk cId="0" sldId="261"/>
        </pc:sldMkLst>
      </pc:sldChg>
      <pc:sldChg chg="modNotesTx">
        <pc:chgData name="Thảo Nguyễn Hoàng" userId="9dfa4b93ce5f3a7a" providerId="LiveId" clId="{D8CE5E2D-E3FA-4981-B0BF-2103AFD91780}" dt="2026-08-31T09:39:31.307" v="142" actId="20577"/>
        <pc:sldMkLst>
          <pc:docMk/>
          <pc:sldMk cId="0" sldId="262"/>
        </pc:sldMkLst>
      </pc:sldChg>
      <pc:sldChg chg="modSp mod modNotesTx">
        <pc:chgData name="Thảo Nguyễn Hoàng" userId="9dfa4b93ce5f3a7a" providerId="LiveId" clId="{D8CE5E2D-E3FA-4981-B0BF-2103AFD91780}" dt="2026-08-31T09:39:37.895" v="144" actId="20577"/>
        <pc:sldMkLst>
          <pc:docMk/>
          <pc:sldMk cId="0" sldId="263"/>
        </pc:sldMkLst>
        <pc:spChg chg="mod">
          <ac:chgData name="Thảo Nguyễn Hoàng" userId="9dfa4b93ce5f3a7a" providerId="LiveId" clId="{D8CE5E2D-E3FA-4981-B0BF-2103AFD91780}" dt="2026-08-31T08:39:52.091" v="85" actId="27636"/>
          <ac:spMkLst>
            <pc:docMk/>
            <pc:sldMk cId="0" sldId="263"/>
            <ac:spMk id="7" creationId="{00000000-0000-0000-0000-000000000000}"/>
          </ac:spMkLst>
        </pc:spChg>
        <pc:spChg chg="mod">
          <ac:chgData name="Thảo Nguyễn Hoàng" userId="9dfa4b93ce5f3a7a" providerId="LiveId" clId="{D8CE5E2D-E3FA-4981-B0BF-2103AFD91780}" dt="2026-08-31T08:39:57.455" v="87" actId="27636"/>
          <ac:spMkLst>
            <pc:docMk/>
            <pc:sldMk cId="0" sldId="263"/>
            <ac:spMk id="9" creationId="{00000000-0000-0000-0000-000000000000}"/>
          </ac:spMkLst>
        </pc:spChg>
      </pc:sldChg>
      <pc:sldChg chg="modNotesTx">
        <pc:chgData name="Thảo Nguyễn Hoàng" userId="9dfa4b93ce5f3a7a" providerId="LiveId" clId="{D8CE5E2D-E3FA-4981-B0BF-2103AFD91780}" dt="2026-08-31T09:39:40.787" v="146" actId="20577"/>
        <pc:sldMkLst>
          <pc:docMk/>
          <pc:sldMk cId="0" sldId="264"/>
        </pc:sldMkLst>
      </pc:sldChg>
      <pc:sldChg chg="modSp mod modNotesTx">
        <pc:chgData name="Thảo Nguyễn Hoàng" userId="9dfa4b93ce5f3a7a" providerId="LiveId" clId="{D8CE5E2D-E3FA-4981-B0BF-2103AFD91780}" dt="2026-08-31T09:39:43.247" v="147" actId="20577"/>
        <pc:sldMkLst>
          <pc:docMk/>
          <pc:sldMk cId="0" sldId="265"/>
        </pc:sldMkLst>
        <pc:spChg chg="mod">
          <ac:chgData name="Thảo Nguyễn Hoàng" userId="9dfa4b93ce5f3a7a" providerId="LiveId" clId="{D8CE5E2D-E3FA-4981-B0BF-2103AFD91780}" dt="2026-08-31T08:39:40.149" v="81" actId="2710"/>
          <ac:spMkLst>
            <pc:docMk/>
            <pc:sldMk cId="0" sldId="265"/>
            <ac:spMk id="4" creationId="{00000000-0000-0000-0000-000000000000}"/>
          </ac:spMkLst>
        </pc:spChg>
      </pc:sldChg>
      <pc:sldChg chg="modSp mod modNotesTx">
        <pc:chgData name="Thảo Nguyễn Hoàng" userId="9dfa4b93ce5f3a7a" providerId="LiveId" clId="{D8CE5E2D-E3FA-4981-B0BF-2103AFD91780}" dt="2026-08-31T09:39:44.958" v="148" actId="20577"/>
        <pc:sldMkLst>
          <pc:docMk/>
          <pc:sldMk cId="0" sldId="266"/>
        </pc:sldMkLst>
        <pc:spChg chg="mod">
          <ac:chgData name="Thảo Nguyễn Hoàng" userId="9dfa4b93ce5f3a7a" providerId="LiveId" clId="{D8CE5E2D-E3FA-4981-B0BF-2103AFD91780}" dt="2026-08-31T08:39:29.897" v="79" actId="2710"/>
          <ac:spMkLst>
            <pc:docMk/>
            <pc:sldMk cId="0" sldId="266"/>
            <ac:spMk id="6" creationId="{00000000-0000-0000-0000-000000000000}"/>
          </ac:spMkLst>
        </pc:spChg>
      </pc:sldChg>
      <pc:sldChg chg="modNotesTx">
        <pc:chgData name="Thảo Nguyễn Hoàng" userId="9dfa4b93ce5f3a7a" providerId="LiveId" clId="{D8CE5E2D-E3FA-4981-B0BF-2103AFD91780}" dt="2026-08-31T09:39:49.089" v="149" actId="20577"/>
        <pc:sldMkLst>
          <pc:docMk/>
          <pc:sldMk cId="0" sldId="267"/>
        </pc:sldMkLst>
      </pc:sldChg>
      <pc:sldChg chg="modSp mod modNotesTx">
        <pc:chgData name="Thảo Nguyễn Hoàng" userId="9dfa4b93ce5f3a7a" providerId="LiveId" clId="{D8CE5E2D-E3FA-4981-B0BF-2103AFD91780}" dt="2026-08-31T09:39:51.518" v="150" actId="20577"/>
        <pc:sldMkLst>
          <pc:docMk/>
          <pc:sldMk cId="0" sldId="268"/>
        </pc:sldMkLst>
        <pc:spChg chg="mod">
          <ac:chgData name="Thảo Nguyễn Hoàng" userId="9dfa4b93ce5f3a7a" providerId="LiveId" clId="{D8CE5E2D-E3FA-4981-B0BF-2103AFD91780}" dt="2026-08-31T08:40:28.381" v="94" actId="1076"/>
          <ac:spMkLst>
            <pc:docMk/>
            <pc:sldMk cId="0" sldId="268"/>
            <ac:spMk id="6" creationId="{00000000-0000-0000-0000-000000000000}"/>
          </ac:spMkLst>
        </pc:spChg>
        <pc:spChg chg="mod">
          <ac:chgData name="Thảo Nguyễn Hoàng" userId="9dfa4b93ce5f3a7a" providerId="LiveId" clId="{D8CE5E2D-E3FA-4981-B0BF-2103AFD91780}" dt="2026-08-31T08:40:31.623" v="95" actId="1076"/>
          <ac:spMkLst>
            <pc:docMk/>
            <pc:sldMk cId="0" sldId="268"/>
            <ac:spMk id="8" creationId="{00000000-0000-0000-0000-000000000000}"/>
          </ac:spMkLst>
        </pc:spChg>
      </pc:sldChg>
      <pc:sldChg chg="modSp mod modNotesTx">
        <pc:chgData name="Thảo Nguyễn Hoàng" userId="9dfa4b93ce5f3a7a" providerId="LiveId" clId="{D8CE5E2D-E3FA-4981-B0BF-2103AFD91780}" dt="2026-08-31T09:39:53.467" v="151" actId="20577"/>
        <pc:sldMkLst>
          <pc:docMk/>
          <pc:sldMk cId="0" sldId="269"/>
        </pc:sldMkLst>
        <pc:spChg chg="mod">
          <ac:chgData name="Thảo Nguyễn Hoàng" userId="9dfa4b93ce5f3a7a" providerId="LiveId" clId="{D8CE5E2D-E3FA-4981-B0BF-2103AFD91780}" dt="2026-08-31T08:40:08.153" v="88" actId="2710"/>
          <ac:spMkLst>
            <pc:docMk/>
            <pc:sldMk cId="0" sldId="269"/>
            <ac:spMk id="6" creationId="{00000000-0000-0000-0000-000000000000}"/>
          </ac:spMkLst>
        </pc:spChg>
      </pc:sldChg>
      <pc:sldChg chg="modSp mod modNotesTx">
        <pc:chgData name="Thảo Nguyễn Hoàng" userId="9dfa4b93ce5f3a7a" providerId="LiveId" clId="{D8CE5E2D-E3FA-4981-B0BF-2103AFD91780}" dt="2026-08-31T09:39:55.241" v="152" actId="20577"/>
        <pc:sldMkLst>
          <pc:docMk/>
          <pc:sldMk cId="0" sldId="270"/>
        </pc:sldMkLst>
        <pc:spChg chg="mod">
          <ac:chgData name="Thảo Nguyễn Hoàng" userId="9dfa4b93ce5f3a7a" providerId="LiveId" clId="{D8CE5E2D-E3FA-4981-B0BF-2103AFD91780}" dt="2026-08-31T08:40:38.285" v="96" actId="2710"/>
          <ac:spMkLst>
            <pc:docMk/>
            <pc:sldMk cId="0" sldId="270"/>
            <ac:spMk id="6" creationId="{00000000-0000-0000-0000-000000000000}"/>
          </ac:spMkLst>
        </pc:spChg>
      </pc:sldChg>
      <pc:sldChg chg="modSp mod modNotesTx">
        <pc:chgData name="Thảo Nguyễn Hoàng" userId="9dfa4b93ce5f3a7a" providerId="LiveId" clId="{D8CE5E2D-E3FA-4981-B0BF-2103AFD91780}" dt="2026-08-31T09:39:57.268" v="153" actId="20577"/>
        <pc:sldMkLst>
          <pc:docMk/>
          <pc:sldMk cId="0" sldId="271"/>
        </pc:sldMkLst>
        <pc:spChg chg="mod">
          <ac:chgData name="Thảo Nguyễn Hoàng" userId="9dfa4b93ce5f3a7a" providerId="LiveId" clId="{D8CE5E2D-E3FA-4981-B0BF-2103AFD91780}" dt="2026-08-31T08:40:52.731" v="100" actId="14100"/>
          <ac:spMkLst>
            <pc:docMk/>
            <pc:sldMk cId="0" sldId="271"/>
            <ac:spMk id="6" creationId="{00000000-0000-0000-0000-000000000000}"/>
          </ac:spMkLst>
        </pc:spChg>
      </pc:sldChg>
      <pc:sldChg chg="modNotesTx">
        <pc:chgData name="Thảo Nguyễn Hoàng" userId="9dfa4b93ce5f3a7a" providerId="LiveId" clId="{D8CE5E2D-E3FA-4981-B0BF-2103AFD91780}" dt="2026-08-31T09:39:58.797" v="154" actId="20577"/>
        <pc:sldMkLst>
          <pc:docMk/>
          <pc:sldMk cId="0" sldId="272"/>
        </pc:sldMkLst>
      </pc:sldChg>
      <pc:sldChg chg="modNotesTx">
        <pc:chgData name="Thảo Nguyễn Hoàng" userId="9dfa4b93ce5f3a7a" providerId="LiveId" clId="{D8CE5E2D-E3FA-4981-B0BF-2103AFD91780}" dt="2026-08-31T09:40:00.687" v="155" actId="20577"/>
        <pc:sldMkLst>
          <pc:docMk/>
          <pc:sldMk cId="0" sldId="273"/>
        </pc:sldMkLst>
      </pc:sldChg>
      <pc:sldChg chg="modNotesTx">
        <pc:chgData name="Thảo Nguyễn Hoàng" userId="9dfa4b93ce5f3a7a" providerId="LiveId" clId="{D8CE5E2D-E3FA-4981-B0BF-2103AFD91780}" dt="2026-08-31T09:40:02.477" v="156" actId="20577"/>
        <pc:sldMkLst>
          <pc:docMk/>
          <pc:sldMk cId="0" sldId="274"/>
        </pc:sldMkLst>
      </pc:sldChg>
      <pc:sldChg chg="modNotesTx">
        <pc:chgData name="Thảo Nguyễn Hoàng" userId="9dfa4b93ce5f3a7a" providerId="LiveId" clId="{D8CE5E2D-E3FA-4981-B0BF-2103AFD91780}" dt="2026-08-31T09:40:03.989" v="157" actId="20577"/>
        <pc:sldMkLst>
          <pc:docMk/>
          <pc:sldMk cId="0" sldId="275"/>
        </pc:sldMkLst>
      </pc:sldChg>
      <pc:sldChg chg="modNotesTx">
        <pc:chgData name="Thảo Nguyễn Hoàng" userId="9dfa4b93ce5f3a7a" providerId="LiveId" clId="{D8CE5E2D-E3FA-4981-B0BF-2103AFD91780}" dt="2026-08-31T09:40:05.818" v="158" actId="20577"/>
        <pc:sldMkLst>
          <pc:docMk/>
          <pc:sldMk cId="0" sldId="276"/>
        </pc:sldMkLst>
      </pc:sldChg>
      <pc:sldChg chg="modSp mod modNotesTx">
        <pc:chgData name="Thảo Nguyễn Hoàng" userId="9dfa4b93ce5f3a7a" providerId="LiveId" clId="{D8CE5E2D-E3FA-4981-B0BF-2103AFD91780}" dt="2026-08-31T09:40:07.378" v="159" actId="20577"/>
        <pc:sldMkLst>
          <pc:docMk/>
          <pc:sldMk cId="0" sldId="277"/>
        </pc:sldMkLst>
        <pc:spChg chg="mod">
          <ac:chgData name="Thảo Nguyễn Hoàng" userId="9dfa4b93ce5f3a7a" providerId="LiveId" clId="{D8CE5E2D-E3FA-4981-B0BF-2103AFD91780}" dt="2026-08-31T08:44:00.952" v="120" actId="1076"/>
          <ac:spMkLst>
            <pc:docMk/>
            <pc:sldMk cId="0" sldId="277"/>
            <ac:spMk id="4" creationId="{00000000-0000-0000-0000-000000000000}"/>
          </ac:spMkLst>
        </pc:spChg>
      </pc:sldChg>
      <pc:sldChg chg="modSp mod modNotesTx">
        <pc:chgData name="Thảo Nguyễn Hoàng" userId="9dfa4b93ce5f3a7a" providerId="LiveId" clId="{D8CE5E2D-E3FA-4981-B0BF-2103AFD91780}" dt="2026-08-31T09:40:10.586" v="160" actId="20577"/>
        <pc:sldMkLst>
          <pc:docMk/>
          <pc:sldMk cId="0" sldId="278"/>
        </pc:sldMkLst>
        <pc:spChg chg="mod">
          <ac:chgData name="Thảo Nguyễn Hoàng" userId="9dfa4b93ce5f3a7a" providerId="LiveId" clId="{D8CE5E2D-E3FA-4981-B0BF-2103AFD91780}" dt="2026-08-31T08:44:23.027" v="123" actId="1076"/>
          <ac:spMkLst>
            <pc:docMk/>
            <pc:sldMk cId="0" sldId="278"/>
            <ac:spMk id="6" creationId="{00000000-0000-0000-0000-000000000000}"/>
          </ac:spMkLst>
        </pc:spChg>
        <pc:spChg chg="mod">
          <ac:chgData name="Thảo Nguyễn Hoàng" userId="9dfa4b93ce5f3a7a" providerId="LiveId" clId="{D8CE5E2D-E3FA-4981-B0BF-2103AFD91780}" dt="2026-08-31T08:44:23.027" v="123" actId="1076"/>
          <ac:spMkLst>
            <pc:docMk/>
            <pc:sldMk cId="0" sldId="278"/>
            <ac:spMk id="9" creationId="{00000000-0000-0000-0000-000000000000}"/>
          </ac:spMkLst>
        </pc:spChg>
        <pc:spChg chg="mod">
          <ac:chgData name="Thảo Nguyễn Hoàng" userId="9dfa4b93ce5f3a7a" providerId="LiveId" clId="{D8CE5E2D-E3FA-4981-B0BF-2103AFD91780}" dt="2026-08-31T08:44:16.088" v="122" actId="1076"/>
          <ac:spMkLst>
            <pc:docMk/>
            <pc:sldMk cId="0" sldId="278"/>
            <ac:spMk id="10" creationId="{00000000-0000-0000-0000-000000000000}"/>
          </ac:spMkLst>
        </pc:spChg>
        <pc:spChg chg="mod">
          <ac:chgData name="Thảo Nguyễn Hoàng" userId="9dfa4b93ce5f3a7a" providerId="LiveId" clId="{D8CE5E2D-E3FA-4981-B0BF-2103AFD91780}" dt="2026-08-31T08:44:23.027" v="123" actId="1076"/>
          <ac:spMkLst>
            <pc:docMk/>
            <pc:sldMk cId="0" sldId="278"/>
            <ac:spMk id="12" creationId="{00000000-0000-0000-0000-000000000000}"/>
          </ac:spMkLst>
        </pc:spChg>
        <pc:spChg chg="mod">
          <ac:chgData name="Thảo Nguyễn Hoàng" userId="9dfa4b93ce5f3a7a" providerId="LiveId" clId="{D8CE5E2D-E3FA-4981-B0BF-2103AFD91780}" dt="2026-08-31T08:44:23.027" v="123" actId="1076"/>
          <ac:spMkLst>
            <pc:docMk/>
            <pc:sldMk cId="0" sldId="278"/>
            <ac:spMk id="15" creationId="{00000000-0000-0000-0000-000000000000}"/>
          </ac:spMkLst>
        </pc:spChg>
      </pc:sldChg>
      <pc:sldChg chg="modSp mod modNotesTx">
        <pc:chgData name="Thảo Nguyễn Hoàng" userId="9dfa4b93ce5f3a7a" providerId="LiveId" clId="{D8CE5E2D-E3FA-4981-B0BF-2103AFD91780}" dt="2026-08-31T09:40:19.057" v="161" actId="20577"/>
        <pc:sldMkLst>
          <pc:docMk/>
          <pc:sldMk cId="0" sldId="279"/>
        </pc:sldMkLst>
        <pc:spChg chg="mod">
          <ac:chgData name="Thảo Nguyễn Hoàng" userId="9dfa4b93ce5f3a7a" providerId="LiveId" clId="{D8CE5E2D-E3FA-4981-B0BF-2103AFD91780}" dt="2026-08-31T08:44:53.093" v="134" actId="27636"/>
          <ac:spMkLst>
            <pc:docMk/>
            <pc:sldMk cId="0" sldId="279"/>
            <ac:spMk id="5" creationId="{00000000-0000-0000-0000-000000000000}"/>
          </ac:spMkLst>
        </pc:spChg>
        <pc:spChg chg="mod">
          <ac:chgData name="Thảo Nguyễn Hoàng" userId="9dfa4b93ce5f3a7a" providerId="LiveId" clId="{D8CE5E2D-E3FA-4981-B0BF-2103AFD91780}" dt="2026-08-31T08:44:44.494" v="132" actId="20577"/>
          <ac:spMkLst>
            <pc:docMk/>
            <pc:sldMk cId="0" sldId="279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6361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502920" y="64465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2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LITTLE CLOUD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E62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E62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5943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5C58"/>
                </a:solidFill>
              </a:rPr>
              <a:t>LITTLE CLOUD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400280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3500" b="1" dirty="0">
                <a:latin typeface="+mj-lt"/>
              </a:rPr>
              <a:t>Website bán sản phẩm cà phê giải khát</a:t>
            </a:r>
            <a:endParaRPr lang="en-US" sz="3500" b="1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713232" y="2905477"/>
            <a:ext cx="5669280" cy="1077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Nguyễn Hoàng Thảo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• DX23TT10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• 170123374</a:t>
            </a:r>
          </a:p>
        </p:txBody>
      </p:sp>
      <p:sp>
        <p:nvSpPr>
          <p:cNvPr id="7" name="Shape 5"/>
          <p:cNvSpPr/>
          <p:nvPr/>
        </p:nvSpPr>
        <p:spPr>
          <a:xfrm>
            <a:off x="7406640" y="960120"/>
            <a:ext cx="3977640" cy="4892040"/>
          </a:xfrm>
          <a:prstGeom prst="roundRect">
            <a:avLst>
              <a:gd name="adj" fmla="val 3448"/>
            </a:avLst>
          </a:prstGeom>
          <a:solidFill>
            <a:srgbClr val="E9DCD5"/>
          </a:solidFill>
          <a:ln w="12700">
            <a:solidFill>
              <a:srgbClr val="D8C9C0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E62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999AC5-4254-0BCC-0C38-FD1BE0C93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693" y="812583"/>
            <a:ext cx="6608587" cy="55071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F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 • Bài toán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1092463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257"/>
                </a:solidFill>
              </a:rPr>
              <a:t>Vì sao cần một website bán đồ uống?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8562" y="1092708"/>
            <a:ext cx="5486400" cy="411878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F2A26"/>
                </a:solidFill>
              </a:rPr>
              <a:t>Trải nghiệm gọi món cần nhanh và trực quan.</a:t>
            </a:r>
            <a:endParaRPr lang="en-US" sz="18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F2A26"/>
                </a:solidFill>
              </a:rPr>
              <a:t>Sản phẩm phải dễ tìm theo danh mục, từ khóa và nhãn.</a:t>
            </a:r>
            <a:endParaRPr lang="en-US" sz="18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F2A26"/>
                </a:solidFill>
              </a:rPr>
              <a:t>Cửa hàng cần quản lý giá, tồn kho và đơn hàng tập trung.</a:t>
            </a:r>
            <a:endParaRPr lang="en-US" sz="18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F2A26"/>
                </a:solidFill>
              </a:rPr>
              <a:t>Hai nhóm sử dụng chính: khách hàng và quản trị viên.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720840" y="1417320"/>
            <a:ext cx="4434840" cy="4343400"/>
          </a:xfrm>
          <a:prstGeom prst="roundRect">
            <a:avLst>
              <a:gd name="adj" fmla="val 2526"/>
            </a:avLst>
          </a:prstGeom>
          <a:solidFill>
            <a:srgbClr val="F5EFEA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7086600" y="1783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5C58"/>
                </a:solidFill>
              </a:rPr>
              <a:t>Khách hàng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7532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2A26"/>
                </a:solidFill>
              </a:rPr>
              <a:t>Xem → chọn → đặt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0" y="2350008"/>
            <a:ext cx="3246120" cy="0"/>
          </a:xfrm>
          <a:prstGeom prst="line">
            <a:avLst/>
          </a:prstGeom>
          <a:noFill/>
          <a:ln w="15240">
            <a:solidFill>
              <a:srgbClr val="D9CEC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9" name="Text 7"/>
          <p:cNvSpPr/>
          <p:nvPr/>
        </p:nvSpPr>
        <p:spPr>
          <a:xfrm>
            <a:off x="7086600" y="3017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5C58"/>
                </a:solidFill>
              </a:rPr>
              <a:t>Hệ thống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75320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2A26"/>
                </a:solidFill>
              </a:rPr>
              <a:t>Kiểm tra → lưu → đồng bộ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0" y="3584448"/>
            <a:ext cx="3246120" cy="0"/>
          </a:xfrm>
          <a:prstGeom prst="line">
            <a:avLst/>
          </a:prstGeom>
          <a:noFill/>
          <a:ln w="15240">
            <a:solidFill>
              <a:srgbClr val="D9CEC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12" name="Text 10"/>
          <p:cNvSpPr/>
          <p:nvPr/>
        </p:nvSpPr>
        <p:spPr>
          <a:xfrm>
            <a:off x="7086600" y="4251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5C58"/>
                </a:solidFill>
              </a:rPr>
              <a:t>Admin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75320" y="4251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2A26"/>
                </a:solidFill>
              </a:rPr>
              <a:t>Quản lý → xử lý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E62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F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 • Mục tiêu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257"/>
                </a:solidFill>
              </a:rPr>
              <a:t>Từ yêu cầu đến một hệ thống chạy được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498348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932688" y="162763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5C58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00200" y="160934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2A26"/>
                </a:solidFill>
              </a:rPr>
              <a:t>Giao diện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20756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257"/>
                </a:solidFill>
              </a:rPr>
              <a:t>Thân thiện, dễ điều hướng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498348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Text 7"/>
          <p:cNvSpPr/>
          <p:nvPr/>
        </p:nvSpPr>
        <p:spPr>
          <a:xfrm>
            <a:off x="6419088" y="162763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5C58"/>
                </a:solidFill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86600" y="160934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2A26"/>
                </a:solidFill>
              </a:rPr>
              <a:t>Mua hàng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086600" y="20756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257"/>
                </a:solidFill>
              </a:rPr>
              <a:t>Giỏ hàng và checkout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3383280"/>
            <a:ext cx="498348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Text 11"/>
          <p:cNvSpPr/>
          <p:nvPr/>
        </p:nvSpPr>
        <p:spPr>
          <a:xfrm>
            <a:off x="932688" y="359359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5C58"/>
                </a:solidFill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357530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2A26"/>
                </a:solidFill>
              </a:rPr>
              <a:t>Quản trị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00200" y="404164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257"/>
                </a:solidFill>
              </a:rPr>
              <a:t>Sản phẩm • kho • đơn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17920" y="3383280"/>
            <a:ext cx="498348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Text 15"/>
          <p:cNvSpPr/>
          <p:nvPr/>
        </p:nvSpPr>
        <p:spPr>
          <a:xfrm>
            <a:off x="6419088" y="359359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5C58"/>
                </a:solidFill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86600" y="357530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2A26"/>
                </a:solidFill>
              </a:rPr>
              <a:t>Dữ liệu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086600" y="404164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257"/>
                </a:solidFill>
              </a:rPr>
              <a:t>Nhất quán và phân quyền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E62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F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 • Người dùng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257"/>
                </a:solidFill>
              </a:rPr>
              <a:t>Ba tác nhân, ba phạm vi quyền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10561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1097280" y="1527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A5C58"/>
                </a:solidFill>
              </a:rPr>
              <a:t>Khách chưa đăng nhập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0" y="152704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F2A26"/>
                </a:solidFill>
              </a:rPr>
              <a:t>Xem menu • tìm kiếm • xem chi tiết • đăng ký / đăng nhập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880360"/>
            <a:ext cx="10561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6"/>
          <p:cNvSpPr/>
          <p:nvPr/>
        </p:nvSpPr>
        <p:spPr>
          <a:xfrm>
            <a:off x="1097280" y="30815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A5C58"/>
                </a:solidFill>
              </a:rPr>
              <a:t>Khách hàng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0" y="308152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F2A26"/>
                </a:solidFill>
              </a:rPr>
              <a:t>Giỏ hàng • địa chỉ • đặt hàng • theo dõi đơn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434840"/>
            <a:ext cx="10561320" cy="1188720"/>
          </a:xfrm>
          <a:prstGeom prst="roundRect">
            <a:avLst>
              <a:gd name="adj" fmla="val 9231"/>
            </a:avLst>
          </a:prstGeom>
          <a:solidFill>
            <a:srgbClr val="F1E6E0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Text 9"/>
          <p:cNvSpPr/>
          <p:nvPr/>
        </p:nvSpPr>
        <p:spPr>
          <a:xfrm>
            <a:off x="1097280" y="46360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A5C58"/>
                </a:solidFill>
              </a:rPr>
              <a:t>Quản trị viên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57600" y="463600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F2A26"/>
                </a:solidFill>
              </a:rPr>
              <a:t>Sản phẩm • danh mục • tồn kho • đơn hàng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E62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F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 • Công nghệ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257"/>
                </a:solidFill>
              </a:rPr>
              <a:t>Stack vừa đủ cho phạm vi đồ án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3832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2A26"/>
                </a:solidFill>
              </a:rPr>
              <a:t>ASP.NET MVC 5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1305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257"/>
                </a:solidFill>
              </a:rPr>
              <a:t>Web framework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26280" y="1417320"/>
            <a:ext cx="33832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6"/>
          <p:cNvSpPr/>
          <p:nvPr/>
        </p:nvSpPr>
        <p:spPr>
          <a:xfrm>
            <a:off x="4709160" y="164592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2A26"/>
                </a:solidFill>
              </a:rPr>
              <a:t>C#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709160" y="21305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257"/>
                </a:solidFill>
              </a:rPr>
              <a:t>Ngôn ngữ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321040" y="1417320"/>
            <a:ext cx="33832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Text 9"/>
          <p:cNvSpPr/>
          <p:nvPr/>
        </p:nvSpPr>
        <p:spPr>
          <a:xfrm>
            <a:off x="8503920" y="164592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2A26"/>
                </a:solidFill>
              </a:rPr>
              <a:t>.NET Framework 4.8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503920" y="21305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257"/>
                </a:solidFill>
              </a:rPr>
              <a:t>Nền tảng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108960"/>
            <a:ext cx="33832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" name="Text 12"/>
          <p:cNvSpPr/>
          <p:nvPr/>
        </p:nvSpPr>
        <p:spPr>
          <a:xfrm>
            <a:off x="914400" y="333756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2A26"/>
                </a:solidFill>
              </a:rPr>
              <a:t>SQL Server 2019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38221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257"/>
                </a:solidFill>
              </a:rPr>
              <a:t>CSDL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26280" y="3108960"/>
            <a:ext cx="33832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Text 15"/>
          <p:cNvSpPr/>
          <p:nvPr/>
        </p:nvSpPr>
        <p:spPr>
          <a:xfrm>
            <a:off x="4709160" y="333756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2A26"/>
                </a:solidFill>
              </a:rPr>
              <a:t>ADO.NET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09160" y="38221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257"/>
                </a:solidFill>
              </a:rPr>
              <a:t>Truy cập dữ liệu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321040" y="3108960"/>
            <a:ext cx="33832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0" name="Text 18"/>
          <p:cNvSpPr/>
          <p:nvPr/>
        </p:nvSpPr>
        <p:spPr>
          <a:xfrm>
            <a:off x="8503920" y="333756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2A26"/>
                </a:solidFill>
              </a:rPr>
              <a:t>Razor / HTML / CSS / JS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503920" y="38221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257"/>
                </a:solidFill>
              </a:rPr>
              <a:t>Giao diện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E62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F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 • Kiến trúc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257"/>
                </a:solidFill>
              </a:rPr>
              <a:t>Tách rõ giao diện, nghiệp vụ và dữ liệu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743200" y="1234440"/>
            <a:ext cx="6720840" cy="530352"/>
          </a:xfrm>
          <a:prstGeom prst="roundRect">
            <a:avLst>
              <a:gd name="adj" fmla="val 12069"/>
            </a:avLst>
          </a:prstGeom>
          <a:solidFill>
            <a:srgbClr val="EDE2DD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2926080" y="1353312"/>
            <a:ext cx="6355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2F2A26"/>
                </a:solidFill>
              </a:rPr>
              <a:t>View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108192" y="1764792"/>
            <a:ext cx="0" cy="201168"/>
          </a:xfrm>
          <a:prstGeom prst="line">
            <a:avLst/>
          </a:prstGeom>
          <a:noFill/>
          <a:ln w="15240">
            <a:solidFill>
              <a:srgbClr val="7A5C58"/>
            </a:solidFill>
            <a:prstDash val="solid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7" name="Shape 5"/>
          <p:cNvSpPr/>
          <p:nvPr/>
        </p:nvSpPr>
        <p:spPr>
          <a:xfrm>
            <a:off x="2743200" y="1993392"/>
            <a:ext cx="6720840" cy="530352"/>
          </a:xfrm>
          <a:prstGeom prst="roundRect">
            <a:avLst>
              <a:gd name="adj" fmla="val 12069"/>
            </a:avLst>
          </a:prstGeom>
          <a:solidFill>
            <a:srgbClr val="F5EFEA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6"/>
          <p:cNvSpPr/>
          <p:nvPr/>
        </p:nvSpPr>
        <p:spPr>
          <a:xfrm>
            <a:off x="2926080" y="2112264"/>
            <a:ext cx="6355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2F2A26"/>
                </a:solidFill>
              </a:rPr>
              <a:t>Controller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108192" y="2523744"/>
            <a:ext cx="0" cy="201168"/>
          </a:xfrm>
          <a:prstGeom prst="line">
            <a:avLst/>
          </a:prstGeom>
          <a:noFill/>
          <a:ln w="15240">
            <a:solidFill>
              <a:srgbClr val="7A5C58"/>
            </a:solidFill>
            <a:prstDash val="solid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10" name="Shape 8"/>
          <p:cNvSpPr/>
          <p:nvPr/>
        </p:nvSpPr>
        <p:spPr>
          <a:xfrm>
            <a:off x="2743200" y="2752344"/>
            <a:ext cx="6720840" cy="530352"/>
          </a:xfrm>
          <a:prstGeom prst="roundRect">
            <a:avLst>
              <a:gd name="adj" fmla="val 12069"/>
            </a:avLst>
          </a:prstGeom>
          <a:solidFill>
            <a:srgbClr val="EDE2DD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Text 9"/>
          <p:cNvSpPr/>
          <p:nvPr/>
        </p:nvSpPr>
        <p:spPr>
          <a:xfrm>
            <a:off x="2926080" y="2871216"/>
            <a:ext cx="6355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2F2A26"/>
                </a:solidFill>
              </a:rPr>
              <a:t>BLL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108192" y="3282696"/>
            <a:ext cx="0" cy="201168"/>
          </a:xfrm>
          <a:prstGeom prst="line">
            <a:avLst/>
          </a:prstGeom>
          <a:noFill/>
          <a:ln w="15240">
            <a:solidFill>
              <a:srgbClr val="7A5C58"/>
            </a:solidFill>
            <a:prstDash val="solid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13" name="Shape 11"/>
          <p:cNvSpPr/>
          <p:nvPr/>
        </p:nvSpPr>
        <p:spPr>
          <a:xfrm>
            <a:off x="2743200" y="3511296"/>
            <a:ext cx="6720840" cy="530352"/>
          </a:xfrm>
          <a:prstGeom prst="roundRect">
            <a:avLst>
              <a:gd name="adj" fmla="val 12069"/>
            </a:avLst>
          </a:prstGeom>
          <a:solidFill>
            <a:srgbClr val="F5EFEA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" name="Text 12"/>
          <p:cNvSpPr/>
          <p:nvPr/>
        </p:nvSpPr>
        <p:spPr>
          <a:xfrm>
            <a:off x="2926080" y="3630168"/>
            <a:ext cx="6355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2F2A26"/>
                </a:solidFill>
              </a:rPr>
              <a:t>DAL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108192" y="4041648"/>
            <a:ext cx="0" cy="201168"/>
          </a:xfrm>
          <a:prstGeom prst="line">
            <a:avLst/>
          </a:prstGeom>
          <a:noFill/>
          <a:ln w="15240">
            <a:solidFill>
              <a:srgbClr val="7A5C58"/>
            </a:solidFill>
            <a:prstDash val="solid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16" name="Shape 14"/>
          <p:cNvSpPr/>
          <p:nvPr/>
        </p:nvSpPr>
        <p:spPr>
          <a:xfrm>
            <a:off x="2743200" y="4270248"/>
            <a:ext cx="6720840" cy="530352"/>
          </a:xfrm>
          <a:prstGeom prst="roundRect">
            <a:avLst>
              <a:gd name="adj" fmla="val 12069"/>
            </a:avLst>
          </a:prstGeom>
          <a:solidFill>
            <a:srgbClr val="EDE2DD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Text 15"/>
          <p:cNvSpPr/>
          <p:nvPr/>
        </p:nvSpPr>
        <p:spPr>
          <a:xfrm>
            <a:off x="2926080" y="4389120"/>
            <a:ext cx="6355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2F2A26"/>
                </a:solidFill>
              </a:rPr>
              <a:t>DataProvider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108192" y="4800600"/>
            <a:ext cx="0" cy="201168"/>
          </a:xfrm>
          <a:prstGeom prst="line">
            <a:avLst/>
          </a:prstGeom>
          <a:noFill/>
          <a:ln w="15240">
            <a:solidFill>
              <a:srgbClr val="7A5C58"/>
            </a:solidFill>
            <a:prstDash val="solid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19" name="Shape 17"/>
          <p:cNvSpPr/>
          <p:nvPr/>
        </p:nvSpPr>
        <p:spPr>
          <a:xfrm>
            <a:off x="2743200" y="5029200"/>
            <a:ext cx="6720840" cy="530352"/>
          </a:xfrm>
          <a:prstGeom prst="roundRect">
            <a:avLst>
              <a:gd name="adj" fmla="val 12069"/>
            </a:avLst>
          </a:prstGeom>
          <a:solidFill>
            <a:srgbClr val="F5EFEA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0" name="Text 18"/>
          <p:cNvSpPr/>
          <p:nvPr/>
        </p:nvSpPr>
        <p:spPr>
          <a:xfrm>
            <a:off x="2926080" y="5148072"/>
            <a:ext cx="6355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F2A26"/>
                </a:solidFill>
              </a:rPr>
              <a:t>SQL Server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E62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F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 • Cơ sở dữ liệu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257"/>
                </a:solidFill>
              </a:rPr>
              <a:t>Mô hình quan hệ cho toàn bộ nghiệp vụ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251460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850392" y="18105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5C58"/>
                </a:solidFill>
              </a:rPr>
              <a:t>Người dùng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95728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dirty="0">
                <a:solidFill>
                  <a:srgbClr val="2F2A26"/>
                </a:solidFill>
              </a:rPr>
              <a:t>User • Address</a:t>
            </a:r>
            <a:endParaRPr lang="en-US" sz="1420" dirty="0"/>
          </a:p>
        </p:txBody>
      </p:sp>
      <p:sp>
        <p:nvSpPr>
          <p:cNvPr id="7" name="Shape 5"/>
          <p:cNvSpPr/>
          <p:nvPr/>
        </p:nvSpPr>
        <p:spPr>
          <a:xfrm>
            <a:off x="3566160" y="1554480"/>
            <a:ext cx="251460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6"/>
          <p:cNvSpPr/>
          <p:nvPr/>
        </p:nvSpPr>
        <p:spPr>
          <a:xfrm>
            <a:off x="3730752" y="18105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5C58"/>
                </a:solidFill>
              </a:rPr>
              <a:t>Catalog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94760" y="2395728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dirty="0">
                <a:solidFill>
                  <a:srgbClr val="2F2A26"/>
                </a:solidFill>
              </a:rPr>
              <a:t>Category • Product • Inventory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6446520" y="1554480"/>
            <a:ext cx="251460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Text 9"/>
          <p:cNvSpPr/>
          <p:nvPr/>
        </p:nvSpPr>
        <p:spPr>
          <a:xfrm>
            <a:off x="6611112" y="18105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5C58"/>
                </a:solidFill>
              </a:rPr>
              <a:t>Mua hàng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0" y="2395728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dirty="0">
                <a:solidFill>
                  <a:srgbClr val="2F2A26"/>
                </a:solidFill>
              </a:rPr>
              <a:t>Cart • CartItem • Order • OrderItem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9326880" y="1554480"/>
            <a:ext cx="251460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" name="Text 12"/>
          <p:cNvSpPr/>
          <p:nvPr/>
        </p:nvSpPr>
        <p:spPr>
          <a:xfrm>
            <a:off x="9491472" y="18105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5C58"/>
                </a:solidFill>
              </a:rPr>
              <a:t>Hỗ trợ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55480" y="2395728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dirty="0">
                <a:solidFill>
                  <a:srgbClr val="2F2A26"/>
                </a:solidFill>
              </a:rPr>
              <a:t>Promotion • Payment • Shipment • Review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1828800" y="4617720"/>
            <a:ext cx="8549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6257"/>
                </a:solidFill>
              </a:rPr>
              <a:t>13 bảng dữ liệu chính • PK / FK / UNIQUE / CHECK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E62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F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 • Use Case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257"/>
                </a:solidFill>
              </a:rPr>
              <a:t>Một hệ thống, hai khu vực sử dụng chính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1663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6309360" y="1417320"/>
            <a:ext cx="5166360" cy="4114800"/>
          </a:xfrm>
          <a:prstGeom prst="roundRect">
            <a:avLst>
              <a:gd name="adj" fmla="val 2222"/>
            </a:avLst>
          </a:prstGeom>
          <a:solidFill>
            <a:srgbClr val="F5EFEA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100584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5C58"/>
                </a:solidFill>
              </a:rPr>
              <a:t>KHÁCH HÀNG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2331720"/>
            <a:ext cx="3749040" cy="2651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lnSpc>
                <a:spcPct val="260000"/>
              </a:lnSpc>
              <a:buNone/>
            </a:pPr>
            <a:r>
              <a:rPr lang="en-US" sz="1600" dirty="0">
                <a:solidFill>
                  <a:srgbClr val="2F2A26"/>
                </a:solidFill>
              </a:rPr>
              <a:t>Đăng nhập</a:t>
            </a:r>
            <a:endParaRPr lang="en-US" sz="1600" dirty="0"/>
          </a:p>
          <a:p>
            <a:pPr marL="0" indent="0" algn="ctr">
              <a:lnSpc>
                <a:spcPct val="260000"/>
              </a:lnSpc>
              <a:buNone/>
            </a:pPr>
            <a:r>
              <a:rPr lang="en-US" sz="1600" dirty="0">
                <a:solidFill>
                  <a:srgbClr val="2F2A26"/>
                </a:solidFill>
              </a:rPr>
              <a:t>Tìm kiếm sản phẩm</a:t>
            </a:r>
            <a:endParaRPr lang="en-US" sz="1600" dirty="0"/>
          </a:p>
          <a:p>
            <a:pPr marL="0" indent="0" algn="ctr">
              <a:lnSpc>
                <a:spcPct val="260000"/>
              </a:lnSpc>
              <a:buNone/>
            </a:pPr>
            <a:r>
              <a:rPr lang="en-US" sz="1600" dirty="0">
                <a:solidFill>
                  <a:srgbClr val="2F2A26"/>
                </a:solidFill>
              </a:rPr>
              <a:t>Giỏ hàng</a:t>
            </a:r>
            <a:endParaRPr lang="en-US" sz="1600" dirty="0"/>
          </a:p>
          <a:p>
            <a:pPr marL="0" indent="0" algn="ctr">
              <a:lnSpc>
                <a:spcPct val="260000"/>
              </a:lnSpc>
              <a:buNone/>
            </a:pPr>
            <a:r>
              <a:rPr lang="en-US" sz="1600" dirty="0">
                <a:solidFill>
                  <a:srgbClr val="2F2A26"/>
                </a:solidFill>
              </a:rPr>
              <a:t>Đặt hàng</a:t>
            </a:r>
            <a:endParaRPr lang="en-US" sz="1600" dirty="0"/>
          </a:p>
          <a:p>
            <a:pPr marL="0" indent="0" algn="ctr">
              <a:lnSpc>
                <a:spcPct val="260000"/>
              </a:lnSpc>
              <a:buNone/>
            </a:pPr>
            <a:r>
              <a:rPr lang="en-US" sz="1600" dirty="0">
                <a:solidFill>
                  <a:srgbClr val="2F2A26"/>
                </a:solidFill>
              </a:rPr>
              <a:t>Hồ sơ &amp; địa chỉ</a:t>
            </a:r>
            <a:endParaRPr lang="en-US" sz="1600" dirty="0"/>
          </a:p>
          <a:p>
            <a:pPr marL="0" indent="0" algn="ctr">
              <a:lnSpc>
                <a:spcPct val="260000"/>
              </a:lnSpc>
              <a:buNone/>
            </a:pPr>
            <a:r>
              <a:rPr lang="en-US" sz="1600" dirty="0">
                <a:solidFill>
                  <a:srgbClr val="2F2A26"/>
                </a:solidFill>
              </a:rPr>
              <a:t>Theo dõi đơn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2940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5C58"/>
                </a:solidFill>
              </a:rPr>
              <a:t>QUẢN TRỊ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0" y="2331720"/>
            <a:ext cx="4069080" cy="2651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lnSpc>
                <a:spcPct val="250000"/>
              </a:lnSpc>
              <a:buNone/>
            </a:pPr>
            <a:r>
              <a:rPr lang="en-US" sz="1600" dirty="0">
                <a:solidFill>
                  <a:srgbClr val="2F2A26"/>
                </a:solidFill>
              </a:rPr>
              <a:t>Dashboard</a:t>
            </a:r>
            <a:endParaRPr lang="en-US" sz="1600" dirty="0"/>
          </a:p>
          <a:p>
            <a:pPr marL="0" indent="0" algn="ctr">
              <a:lnSpc>
                <a:spcPct val="250000"/>
              </a:lnSpc>
              <a:buNone/>
            </a:pPr>
            <a:r>
              <a:rPr lang="en-US" sz="1600" dirty="0">
                <a:solidFill>
                  <a:srgbClr val="2F2A26"/>
                </a:solidFill>
              </a:rPr>
              <a:t>Danh mục</a:t>
            </a:r>
            <a:endParaRPr lang="en-US" sz="1600" dirty="0"/>
          </a:p>
          <a:p>
            <a:pPr marL="0" indent="0" algn="ctr">
              <a:lnSpc>
                <a:spcPct val="250000"/>
              </a:lnSpc>
              <a:buNone/>
            </a:pPr>
            <a:r>
              <a:rPr lang="en-US" sz="1600" dirty="0">
                <a:solidFill>
                  <a:srgbClr val="2F2A26"/>
                </a:solidFill>
              </a:rPr>
              <a:t>Sản phẩm</a:t>
            </a:r>
            <a:endParaRPr lang="en-US" sz="1600" dirty="0"/>
          </a:p>
          <a:p>
            <a:pPr marL="0" indent="0" algn="ctr">
              <a:lnSpc>
                <a:spcPct val="250000"/>
              </a:lnSpc>
              <a:buNone/>
            </a:pPr>
            <a:r>
              <a:rPr lang="en-US" sz="1600" dirty="0">
                <a:solidFill>
                  <a:srgbClr val="2F2A26"/>
                </a:solidFill>
              </a:rPr>
              <a:t>Tồn kho</a:t>
            </a:r>
            <a:endParaRPr lang="en-US" sz="1600" dirty="0"/>
          </a:p>
          <a:p>
            <a:pPr marL="0" indent="0" algn="ctr">
              <a:lnSpc>
                <a:spcPct val="250000"/>
              </a:lnSpc>
              <a:buNone/>
            </a:pPr>
            <a:r>
              <a:rPr lang="en-US" sz="1600" dirty="0">
                <a:solidFill>
                  <a:srgbClr val="2F2A26"/>
                </a:solidFill>
              </a:rPr>
              <a:t>Đơn hàng</a:t>
            </a:r>
            <a:endParaRPr lang="en-US" sz="1600" dirty="0"/>
          </a:p>
          <a:p>
            <a:pPr marL="0" indent="0" algn="ctr">
              <a:lnSpc>
                <a:spcPct val="250000"/>
              </a:lnSpc>
              <a:buNone/>
            </a:pPr>
            <a:r>
              <a:rPr lang="en-US" sz="1600" dirty="0">
                <a:solidFill>
                  <a:srgbClr val="2F2A26"/>
                </a:solidFill>
              </a:rPr>
              <a:t>Chi tiết &amp; xử lý đơn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E62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F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 • Luồng mua hàng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257"/>
                </a:solidFill>
              </a:rPr>
              <a:t>Từ một cú nhấp đến một đơn hàng hợp lệ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13258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612648" y="199339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5C58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0936" y="2304288"/>
            <a:ext cx="1078992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2A26"/>
                </a:solidFill>
              </a:rPr>
              <a:t>Chọn món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828800" y="2423160"/>
            <a:ext cx="301752" cy="0"/>
          </a:xfrm>
          <a:prstGeom prst="line">
            <a:avLst/>
          </a:prstGeom>
          <a:noFill/>
          <a:ln w="19050">
            <a:solidFill>
              <a:srgbClr val="7A5C58"/>
            </a:solidFill>
            <a:prstDash val="solid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8" name="Shape 6"/>
          <p:cNvSpPr/>
          <p:nvPr/>
        </p:nvSpPr>
        <p:spPr>
          <a:xfrm>
            <a:off x="2130552" y="1874520"/>
            <a:ext cx="13258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Text 7"/>
          <p:cNvSpPr/>
          <p:nvPr/>
        </p:nvSpPr>
        <p:spPr>
          <a:xfrm>
            <a:off x="2240280" y="199339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5C58"/>
                </a:solidFill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58568" y="2304288"/>
            <a:ext cx="1078992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2A26"/>
                </a:solidFill>
              </a:rPr>
              <a:t>Giỏ hàng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456432" y="2423160"/>
            <a:ext cx="301752" cy="0"/>
          </a:xfrm>
          <a:prstGeom prst="line">
            <a:avLst/>
          </a:prstGeom>
          <a:noFill/>
          <a:ln w="19050">
            <a:solidFill>
              <a:srgbClr val="7A5C58"/>
            </a:solidFill>
            <a:prstDash val="solid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12" name="Shape 10"/>
          <p:cNvSpPr/>
          <p:nvPr/>
        </p:nvSpPr>
        <p:spPr>
          <a:xfrm>
            <a:off x="3758184" y="1874520"/>
            <a:ext cx="1325880" cy="1097280"/>
          </a:xfrm>
          <a:prstGeom prst="roundRect">
            <a:avLst>
              <a:gd name="adj" fmla="val 8333"/>
            </a:avLst>
          </a:prstGeom>
          <a:solidFill>
            <a:srgbClr val="EFE8E2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Text 11"/>
          <p:cNvSpPr/>
          <p:nvPr/>
        </p:nvSpPr>
        <p:spPr>
          <a:xfrm>
            <a:off x="3867912" y="199339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5C58"/>
                </a:solidFill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86200" y="2304288"/>
            <a:ext cx="1078992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2A26"/>
                </a:solidFill>
              </a:rPr>
              <a:t>Kiểm tra kho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84064" y="2423160"/>
            <a:ext cx="301752" cy="0"/>
          </a:xfrm>
          <a:prstGeom prst="line">
            <a:avLst/>
          </a:prstGeom>
          <a:noFill/>
          <a:ln w="19050">
            <a:solidFill>
              <a:srgbClr val="7A5C58"/>
            </a:solidFill>
            <a:prstDash val="solid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16" name="Shape 14"/>
          <p:cNvSpPr/>
          <p:nvPr/>
        </p:nvSpPr>
        <p:spPr>
          <a:xfrm>
            <a:off x="5385816" y="1874520"/>
            <a:ext cx="13258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Text 15"/>
          <p:cNvSpPr/>
          <p:nvPr/>
        </p:nvSpPr>
        <p:spPr>
          <a:xfrm>
            <a:off x="5495544" y="199339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5C58"/>
                </a:solidFill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13832" y="2304288"/>
            <a:ext cx="1078992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2A26"/>
                </a:solidFill>
              </a:rPr>
              <a:t>Tạo Order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711696" y="2423160"/>
            <a:ext cx="301752" cy="0"/>
          </a:xfrm>
          <a:prstGeom prst="line">
            <a:avLst/>
          </a:prstGeom>
          <a:noFill/>
          <a:ln w="19050">
            <a:solidFill>
              <a:srgbClr val="7A5C58"/>
            </a:solidFill>
            <a:prstDash val="solid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20" name="Shape 18"/>
          <p:cNvSpPr/>
          <p:nvPr/>
        </p:nvSpPr>
        <p:spPr>
          <a:xfrm>
            <a:off x="7013448" y="1874520"/>
            <a:ext cx="13258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1" name="Text 19"/>
          <p:cNvSpPr/>
          <p:nvPr/>
        </p:nvSpPr>
        <p:spPr>
          <a:xfrm>
            <a:off x="7123176" y="199339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5C58"/>
                </a:solidFill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41464" y="2304288"/>
            <a:ext cx="1078992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2A26"/>
                </a:solidFill>
              </a:rPr>
              <a:t>Tạo OrderItem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339328" y="2423160"/>
            <a:ext cx="301752" cy="0"/>
          </a:xfrm>
          <a:prstGeom prst="line">
            <a:avLst/>
          </a:prstGeom>
          <a:noFill/>
          <a:ln w="19050">
            <a:solidFill>
              <a:srgbClr val="7A5C58"/>
            </a:solidFill>
            <a:prstDash val="solid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24" name="Shape 22"/>
          <p:cNvSpPr/>
          <p:nvPr/>
        </p:nvSpPr>
        <p:spPr>
          <a:xfrm>
            <a:off x="8641080" y="1874520"/>
            <a:ext cx="13258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5" name="Text 23"/>
          <p:cNvSpPr/>
          <p:nvPr/>
        </p:nvSpPr>
        <p:spPr>
          <a:xfrm>
            <a:off x="8750808" y="199339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5C58"/>
                </a:solidFill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769096" y="2304288"/>
            <a:ext cx="1078992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2A26"/>
                </a:solidFill>
              </a:rPr>
              <a:t>Trừ tồn kho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966960" y="2423160"/>
            <a:ext cx="301752" cy="0"/>
          </a:xfrm>
          <a:prstGeom prst="line">
            <a:avLst/>
          </a:prstGeom>
          <a:noFill/>
          <a:ln w="19050">
            <a:solidFill>
              <a:srgbClr val="7A5C58"/>
            </a:solidFill>
            <a:prstDash val="solid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28" name="Shape 26"/>
          <p:cNvSpPr/>
          <p:nvPr/>
        </p:nvSpPr>
        <p:spPr>
          <a:xfrm>
            <a:off x="10268712" y="1874520"/>
            <a:ext cx="13258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9" name="Text 27"/>
          <p:cNvSpPr/>
          <p:nvPr/>
        </p:nvSpPr>
        <p:spPr>
          <a:xfrm>
            <a:off x="10378440" y="199339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5C58"/>
                </a:solidFill>
              </a:rPr>
              <a:t>07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396728" y="2304288"/>
            <a:ext cx="1078992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2A26"/>
                </a:solidFill>
              </a:rPr>
              <a:t>Dọn giỏ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965960" y="4114800"/>
            <a:ext cx="8275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A5C58"/>
                </a:solidFill>
              </a:rPr>
              <a:t>Tất cả bước checkout quan trọng nằm trong transaction</a:t>
            </a:r>
            <a:endParaRPr lang="en-US" sz="19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E62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F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 • Đăng nhập &amp; phân quyền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257"/>
                </a:solidFill>
              </a:rPr>
              <a:t>Xác thực trước, quyền truy cập sau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516636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03200" indent="-203200">
              <a:lnSpc>
                <a:spcPct val="250000"/>
              </a:lnSpc>
              <a:buSzPct val="100000"/>
              <a:buChar char="•"/>
            </a:pPr>
            <a:r>
              <a:rPr lang="en-US" sz="1700" dirty="0">
                <a:solidFill>
                  <a:srgbClr val="2F2A26"/>
                </a:solidFill>
              </a:rPr>
              <a:t>Mật khẩu được hash, không lưu trực tiếp.</a:t>
            </a:r>
            <a:endParaRPr lang="en-US" sz="1700" dirty="0"/>
          </a:p>
          <a:p>
            <a:pPr marL="203200" indent="-203200">
              <a:lnSpc>
                <a:spcPct val="250000"/>
              </a:lnSpc>
              <a:buSzPct val="100000"/>
              <a:buChar char="•"/>
            </a:pPr>
            <a:r>
              <a:rPr lang="en-US" sz="1700" dirty="0">
                <a:solidFill>
                  <a:srgbClr val="2F2A26"/>
                </a:solidFill>
              </a:rPr>
              <a:t>Forms Authentication tạo trạng thái đăng nhập.</a:t>
            </a:r>
            <a:endParaRPr lang="en-US" sz="1700" dirty="0"/>
          </a:p>
          <a:p>
            <a:pPr marL="203200" indent="-203200">
              <a:lnSpc>
                <a:spcPct val="250000"/>
              </a:lnSpc>
              <a:buSzPct val="100000"/>
              <a:buChar char="•"/>
            </a:pPr>
            <a:r>
              <a:rPr lang="en-US" sz="1700" dirty="0">
                <a:solidFill>
                  <a:srgbClr val="2F2A26"/>
                </a:solidFill>
              </a:rPr>
              <a:t>Customer chỉ thao tác dữ liệu của chính mình.</a:t>
            </a:r>
            <a:endParaRPr lang="en-US" sz="1700" dirty="0"/>
          </a:p>
          <a:p>
            <a:pPr marL="203200" indent="-203200">
              <a:lnSpc>
                <a:spcPct val="250000"/>
              </a:lnSpc>
              <a:buSzPct val="100000"/>
              <a:buChar char="•"/>
            </a:pPr>
            <a:r>
              <a:rPr lang="en-US" sz="1700" dirty="0">
                <a:solidFill>
                  <a:srgbClr val="2F2A26"/>
                </a:solidFill>
              </a:rPr>
              <a:t>Admin được bảo vệ bằng AdminAuthorize.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537960" y="1417320"/>
            <a:ext cx="44348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6995160" y="18288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E6257"/>
                </a:solidFill>
              </a:rPr>
              <a:t>Credentials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0" y="18288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5C58"/>
                </a:solidFill>
              </a:rPr>
              <a:t>→ Verify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995160" y="29260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E6257"/>
                </a:solidFill>
              </a:rPr>
              <a:t>Role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29260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5C58"/>
                </a:solidFill>
              </a:rPr>
              <a:t>→ Authorize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995160" y="4023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E6257"/>
                </a:solidFill>
              </a:rPr>
              <a:t>Resource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0" y="40233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5C58"/>
                </a:solidFill>
              </a:rPr>
              <a:t>→ Access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E62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F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 • Menu sản phẩm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257"/>
                </a:solidFill>
              </a:rPr>
              <a:t>Tìm đúng món, đúng trạng thái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71323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72877" y="1371600"/>
            <a:ext cx="4592406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55280" y="1508760"/>
            <a:ext cx="3520440" cy="4114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03200" indent="-203200">
              <a:lnSpc>
                <a:spcPct val="250000"/>
              </a:lnSpc>
              <a:buSzPct val="100000"/>
              <a:buChar char="•"/>
            </a:pPr>
            <a:r>
              <a:rPr lang="en-US" sz="1550" dirty="0">
                <a:solidFill>
                  <a:srgbClr val="2F2A26"/>
                </a:solidFill>
              </a:rPr>
              <a:t>Tìm kiếm theo từ khóa.</a:t>
            </a:r>
            <a:endParaRPr lang="en-US" sz="1550" dirty="0"/>
          </a:p>
          <a:p>
            <a:pPr marL="203200" indent="-203200">
              <a:lnSpc>
                <a:spcPct val="250000"/>
              </a:lnSpc>
              <a:buSzPct val="100000"/>
              <a:buChar char="•"/>
            </a:pPr>
            <a:r>
              <a:rPr lang="en-US" sz="1550" dirty="0">
                <a:solidFill>
                  <a:srgbClr val="2F2A26"/>
                </a:solidFill>
              </a:rPr>
              <a:t>Lọc theo danh mục.</a:t>
            </a:r>
            <a:endParaRPr lang="en-US" sz="1550" dirty="0"/>
          </a:p>
          <a:p>
            <a:pPr marL="203200" indent="-203200">
              <a:lnSpc>
                <a:spcPct val="250000"/>
              </a:lnSpc>
              <a:buSzPct val="100000"/>
              <a:buChar char="•"/>
            </a:pPr>
            <a:r>
              <a:rPr lang="en-US" sz="1550" dirty="0">
                <a:solidFill>
                  <a:srgbClr val="2F2A26"/>
                </a:solidFill>
              </a:rPr>
              <a:t>Hiển thị giá và nhãn sản phẩm.</a:t>
            </a:r>
            <a:endParaRPr lang="en-US" sz="1550" dirty="0"/>
          </a:p>
          <a:p>
            <a:pPr marL="203200" indent="-203200">
              <a:lnSpc>
                <a:spcPct val="250000"/>
              </a:lnSpc>
              <a:buSzPct val="100000"/>
              <a:buChar char="•"/>
            </a:pPr>
            <a:r>
              <a:rPr lang="en-US" sz="1550" dirty="0">
                <a:solidFill>
                  <a:srgbClr val="2F2A26"/>
                </a:solidFill>
              </a:rPr>
              <a:t>Tách “ngừng bán” và “tạm hết món”.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E62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F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 • Giỏ hàng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257"/>
                </a:solidFill>
              </a:rPr>
              <a:t>Kiểm tra quyền sở hữu và số lượng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68122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9355" y="1371600"/>
            <a:ext cx="6259409" cy="4434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35240" y="1463040"/>
            <a:ext cx="3886200" cy="4069080"/>
          </a:xfrm>
          <a:prstGeom prst="roundRect">
            <a:avLst>
              <a:gd name="adj" fmla="val 2824"/>
            </a:avLst>
          </a:prstGeom>
          <a:solidFill>
            <a:srgbClr val="F5EFEA"/>
          </a:solidFill>
          <a:ln w="12700">
            <a:solidFill>
              <a:srgbClr val="F5EFEA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Shape 4"/>
          <p:cNvSpPr/>
          <p:nvPr/>
        </p:nvSpPr>
        <p:spPr>
          <a:xfrm>
            <a:off x="8001000" y="1828800"/>
            <a:ext cx="3154680" cy="310896"/>
          </a:xfrm>
          <a:prstGeom prst="roundRect">
            <a:avLst>
              <a:gd name="adj" fmla="val 29412"/>
            </a:avLst>
          </a:prstGeom>
          <a:solidFill>
            <a:srgbClr val="EDE2DD"/>
          </a:solidFill>
          <a:ln w="12700">
            <a:solidFill>
              <a:srgbClr val="EDE2D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8065008" y="1883664"/>
            <a:ext cx="3026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A5C58"/>
                </a:solidFill>
              </a:rPr>
              <a:t>AddItem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001000" y="2542032"/>
            <a:ext cx="3154680" cy="310896"/>
          </a:xfrm>
          <a:prstGeom prst="roundRect">
            <a:avLst>
              <a:gd name="adj" fmla="val 29412"/>
            </a:avLst>
          </a:prstGeom>
          <a:solidFill>
            <a:srgbClr val="EDE2DD"/>
          </a:solidFill>
          <a:ln w="12700">
            <a:solidFill>
              <a:srgbClr val="EDE2D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" name="Text 7"/>
          <p:cNvSpPr/>
          <p:nvPr/>
        </p:nvSpPr>
        <p:spPr>
          <a:xfrm>
            <a:off x="8065008" y="2596896"/>
            <a:ext cx="3026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A5C58"/>
                </a:solidFill>
              </a:rPr>
              <a:t>UpdateQuantity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001000" y="3255264"/>
            <a:ext cx="3154680" cy="310896"/>
          </a:xfrm>
          <a:prstGeom prst="roundRect">
            <a:avLst>
              <a:gd name="adj" fmla="val 29412"/>
            </a:avLst>
          </a:prstGeom>
          <a:solidFill>
            <a:srgbClr val="EDE2DD"/>
          </a:solidFill>
          <a:ln w="12700">
            <a:solidFill>
              <a:srgbClr val="EDE2D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Text 9"/>
          <p:cNvSpPr/>
          <p:nvPr/>
        </p:nvSpPr>
        <p:spPr>
          <a:xfrm>
            <a:off x="8065008" y="3310128"/>
            <a:ext cx="3026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A5C58"/>
                </a:solidFill>
              </a:rPr>
              <a:t>DeleteItem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001000" y="3968496"/>
            <a:ext cx="3154680" cy="310896"/>
          </a:xfrm>
          <a:prstGeom prst="roundRect">
            <a:avLst>
              <a:gd name="adj" fmla="val 29412"/>
            </a:avLst>
          </a:prstGeom>
          <a:solidFill>
            <a:srgbClr val="EDE2DD"/>
          </a:solidFill>
          <a:ln w="12700">
            <a:solidFill>
              <a:srgbClr val="EDE2D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" name="Text 11"/>
          <p:cNvSpPr/>
          <p:nvPr/>
        </p:nvSpPr>
        <p:spPr>
          <a:xfrm>
            <a:off x="8065008" y="4023360"/>
            <a:ext cx="3026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A5C58"/>
                </a:solidFill>
              </a:rPr>
              <a:t>Ownership check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E62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F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 • Hồ sơ &amp; địa chỉ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257"/>
                </a:solidFill>
              </a:rPr>
              <a:t>Quản lý thông tin ngay trong hồ sơ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785" y="1417320"/>
            <a:ext cx="5028669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55080" y="1417320"/>
            <a:ext cx="49834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6675120" y="17830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5C58"/>
                </a:solidFill>
              </a:rPr>
              <a:t>HỒ SƠ CỦA TÔI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12280" y="2223403"/>
            <a:ext cx="3977640" cy="304820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lnSpc>
                <a:spcPct val="250000"/>
              </a:lnSpc>
              <a:buNone/>
            </a:pPr>
            <a:r>
              <a:rPr lang="en-US" sz="1600" dirty="0">
                <a:solidFill>
                  <a:srgbClr val="2F2A26"/>
                </a:solidFill>
              </a:rPr>
              <a:t>• Thông tin cá nhân</a:t>
            </a:r>
            <a:endParaRPr lang="en-US" sz="1600" dirty="0"/>
          </a:p>
          <a:p>
            <a:pPr marL="0" indent="0">
              <a:lnSpc>
                <a:spcPct val="250000"/>
              </a:lnSpc>
              <a:buNone/>
            </a:pPr>
            <a:r>
              <a:rPr lang="en-US" sz="1600" dirty="0">
                <a:solidFill>
                  <a:srgbClr val="2F2A26"/>
                </a:solidFill>
              </a:rPr>
              <a:t>• Địa chỉ giao hàng</a:t>
            </a:r>
            <a:endParaRPr lang="en-US" sz="1600" dirty="0"/>
          </a:p>
          <a:p>
            <a:pPr marL="0" indent="0">
              <a:lnSpc>
                <a:spcPct val="250000"/>
              </a:lnSpc>
              <a:buNone/>
            </a:pPr>
            <a:r>
              <a:rPr lang="en-US" sz="1600" dirty="0">
                <a:solidFill>
                  <a:srgbClr val="2F2A26"/>
                </a:solidFill>
              </a:rPr>
              <a:t>• Chỉnh sửa / thêm địa chỉ</a:t>
            </a:r>
            <a:endParaRPr lang="en-US" sz="1600" dirty="0"/>
          </a:p>
          <a:p>
            <a:pPr marL="0" indent="0">
              <a:lnSpc>
                <a:spcPct val="250000"/>
              </a:lnSpc>
              <a:buNone/>
            </a:pPr>
            <a:r>
              <a:rPr lang="en-US" sz="1600" dirty="0">
                <a:solidFill>
                  <a:srgbClr val="2F2A26"/>
                </a:solidFill>
              </a:rPr>
              <a:t>• Lưu thay đổi</a:t>
            </a:r>
            <a:endParaRPr lang="en-US" sz="1600" dirty="0"/>
          </a:p>
          <a:p>
            <a:pPr marL="0" indent="0">
              <a:lnSpc>
                <a:spcPct val="250000"/>
              </a:lnSpc>
              <a:buNone/>
            </a:pPr>
            <a:r>
              <a:rPr lang="en-US" sz="1600" dirty="0">
                <a:solidFill>
                  <a:srgbClr val="2F2A26"/>
                </a:solidFill>
              </a:rPr>
              <a:t>• Checkout dùng dữ liệu mới nhất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E62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F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 • Admin Dashboard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257"/>
                </a:solidFill>
              </a:rPr>
              <a:t>Một góc nhìn nhanh về trạng thái cửa hàng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745236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9169" y="1325880"/>
            <a:ext cx="6739861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0" y="1554480"/>
            <a:ext cx="3200400" cy="3931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03200" indent="-203200">
              <a:lnSpc>
                <a:spcPct val="250000"/>
              </a:lnSpc>
              <a:buSzPct val="100000"/>
              <a:buChar char="•"/>
            </a:pPr>
            <a:r>
              <a:rPr lang="en-US" sz="1550" dirty="0">
                <a:solidFill>
                  <a:srgbClr val="2F2A26"/>
                </a:solidFill>
              </a:rPr>
              <a:t>Số danh mục đang hoạt động.</a:t>
            </a:r>
            <a:endParaRPr lang="en-US" sz="1550" dirty="0"/>
          </a:p>
          <a:p>
            <a:pPr marL="203200" indent="-203200">
              <a:lnSpc>
                <a:spcPct val="250000"/>
              </a:lnSpc>
              <a:buSzPct val="100000"/>
              <a:buChar char="•"/>
            </a:pPr>
            <a:r>
              <a:rPr lang="en-US" sz="1550" dirty="0">
                <a:solidFill>
                  <a:srgbClr val="2F2A26"/>
                </a:solidFill>
              </a:rPr>
              <a:t>Số sản phẩm đang bán.</a:t>
            </a:r>
            <a:endParaRPr lang="en-US" sz="1550" dirty="0"/>
          </a:p>
          <a:p>
            <a:pPr marL="203200" indent="-203200">
              <a:lnSpc>
                <a:spcPct val="250000"/>
              </a:lnSpc>
              <a:buSzPct val="100000"/>
              <a:buChar char="•"/>
            </a:pPr>
            <a:r>
              <a:rPr lang="en-US" sz="1550" dirty="0">
                <a:solidFill>
                  <a:srgbClr val="2F2A26"/>
                </a:solidFill>
              </a:rPr>
              <a:t>Số món còn hàng / tạm hết.</a:t>
            </a:r>
            <a:endParaRPr lang="en-US" sz="1550" dirty="0"/>
          </a:p>
          <a:p>
            <a:pPr marL="203200" indent="-203200">
              <a:lnSpc>
                <a:spcPct val="250000"/>
              </a:lnSpc>
              <a:buSzPct val="100000"/>
              <a:buChar char="•"/>
            </a:pPr>
            <a:r>
              <a:rPr lang="en-US" sz="1550" dirty="0">
                <a:solidFill>
                  <a:srgbClr val="2F2A26"/>
                </a:solidFill>
              </a:rPr>
              <a:t>Điểm vào nhanh của khu vực quản trị.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E62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F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 • Quản lý sản phẩm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257"/>
                </a:solidFill>
              </a:rPr>
              <a:t>Giá, hình ảnh, nhãn và trạng thái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754380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85857" y="1325880"/>
            <a:ext cx="4777926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66760" y="1417320"/>
            <a:ext cx="3063240" cy="4389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03200" indent="-203200">
              <a:lnSpc>
                <a:spcPct val="250000"/>
              </a:lnSpc>
              <a:buSzPct val="100000"/>
              <a:buChar char="•"/>
            </a:pPr>
            <a:r>
              <a:rPr lang="en-US" sz="1550" dirty="0">
                <a:solidFill>
                  <a:srgbClr val="2F2A26"/>
                </a:solidFill>
              </a:rPr>
              <a:t>CRUD sản phẩm.</a:t>
            </a:r>
            <a:endParaRPr lang="en-US" sz="1550" dirty="0"/>
          </a:p>
          <a:p>
            <a:pPr marL="203200" indent="-203200">
              <a:lnSpc>
                <a:spcPct val="250000"/>
              </a:lnSpc>
              <a:buSzPct val="100000"/>
              <a:buChar char="•"/>
            </a:pPr>
            <a:r>
              <a:rPr lang="en-US" sz="1550" dirty="0">
                <a:solidFill>
                  <a:srgbClr val="2F2A26"/>
                </a:solidFill>
              </a:rPr>
              <a:t>Gắn nhãn Best seller / Món mới / Món nổi bật.</a:t>
            </a:r>
            <a:endParaRPr lang="en-US" sz="1550" dirty="0"/>
          </a:p>
          <a:p>
            <a:pPr marL="203200" indent="-203200">
              <a:lnSpc>
                <a:spcPct val="250000"/>
              </a:lnSpc>
              <a:buSzPct val="100000"/>
              <a:buChar char="•"/>
            </a:pPr>
            <a:r>
              <a:rPr lang="en-US" sz="1550" dirty="0">
                <a:solidFill>
                  <a:srgbClr val="2F2A26"/>
                </a:solidFill>
              </a:rPr>
              <a:t>Bật / tắt trạng thái kinh doanh.</a:t>
            </a:r>
            <a:endParaRPr lang="en-US" sz="1550" dirty="0"/>
          </a:p>
          <a:p>
            <a:pPr marL="203200" indent="-203200">
              <a:lnSpc>
                <a:spcPct val="250000"/>
              </a:lnSpc>
              <a:buSzPct val="100000"/>
              <a:buChar char="•"/>
            </a:pPr>
            <a:r>
              <a:rPr lang="en-US" sz="1550" dirty="0">
                <a:solidFill>
                  <a:srgbClr val="2F2A26"/>
                </a:solidFill>
              </a:rPr>
              <a:t>Giá hiện tại tách khỏi giá lịch sử đơn hàng.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E62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F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 • Quản lý tồn kho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257"/>
                </a:solidFill>
              </a:rPr>
              <a:t>Tồn kho là một phần của nghiệp vụ, không chỉ là con số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754380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1918" y="1325880"/>
            <a:ext cx="4805804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66760" y="1417320"/>
            <a:ext cx="3200400" cy="4389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03200" indent="-203200">
              <a:lnSpc>
                <a:spcPct val="250000"/>
              </a:lnSpc>
              <a:buSzPct val="100000"/>
              <a:buChar char="•"/>
            </a:pPr>
            <a:r>
              <a:rPr lang="en-US" sz="1550" dirty="0">
                <a:solidFill>
                  <a:srgbClr val="2F2A26"/>
                </a:solidFill>
              </a:rPr>
              <a:t>StockQuantity không được âm.</a:t>
            </a:r>
            <a:endParaRPr lang="en-US" sz="1550" dirty="0"/>
          </a:p>
          <a:p>
            <a:pPr marL="203200" indent="-203200">
              <a:lnSpc>
                <a:spcPct val="250000"/>
              </a:lnSpc>
              <a:buSzPct val="100000"/>
              <a:buChar char="•"/>
            </a:pPr>
            <a:r>
              <a:rPr lang="en-US" sz="1550" dirty="0">
                <a:solidFill>
                  <a:srgbClr val="2F2A26"/>
                </a:solidFill>
              </a:rPr>
              <a:t>ReorderLevel hỗ trợ theo dõi.</a:t>
            </a:r>
            <a:endParaRPr lang="en-US" sz="1550" dirty="0"/>
          </a:p>
          <a:p>
            <a:pPr marL="203200" indent="-203200">
              <a:lnSpc>
                <a:spcPct val="250000"/>
              </a:lnSpc>
              <a:buSzPct val="100000"/>
              <a:buChar char="•"/>
            </a:pPr>
            <a:r>
              <a:rPr lang="en-US" sz="1550" dirty="0">
                <a:solidFill>
                  <a:srgbClr val="2F2A26"/>
                </a:solidFill>
              </a:rPr>
              <a:t>Đưa tồn kho về 0 → “Tạm hết món”.</a:t>
            </a:r>
            <a:endParaRPr lang="en-US" sz="1550" dirty="0"/>
          </a:p>
          <a:p>
            <a:pPr marL="203200" indent="-203200">
              <a:lnSpc>
                <a:spcPct val="250000"/>
              </a:lnSpc>
              <a:buSzPct val="100000"/>
              <a:buChar char="•"/>
            </a:pPr>
            <a:r>
              <a:rPr lang="en-US" sz="1550" dirty="0">
                <a:solidFill>
                  <a:srgbClr val="2F2A26"/>
                </a:solidFill>
              </a:rPr>
              <a:t>Checkout kiểm tra lại kho trước khi tạo đơn.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E62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F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 • Quản lý đơn hàng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257"/>
                </a:solidFill>
              </a:rPr>
              <a:t>Theo dõi và xử lý theo trạng thái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745236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0702" y="1325880"/>
            <a:ext cx="5936795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83880" y="1874520"/>
            <a:ext cx="28803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5C58"/>
                </a:solidFill>
              </a:rPr>
              <a:t>Pending → Confirmed → Processing → Completed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183880" y="3063240"/>
            <a:ext cx="288036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700" dirty="0">
                <a:solidFill>
                  <a:srgbClr val="2F2A26"/>
                </a:solidFill>
              </a:rPr>
              <a:t>Pending / Confirmed → Cancelled</a:t>
            </a:r>
            <a:endParaRPr lang="en-US" sz="17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700" dirty="0">
                <a:solidFill>
                  <a:srgbClr val="2F2A26"/>
                </a:solidFill>
              </a:rPr>
              <a:t>+ hoàn tồn kho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E62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F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 • Kiểm thử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257"/>
                </a:solidFill>
              </a:rPr>
              <a:t>Không chỉ kiểm tra giao diện, mà kiểm tra nghiệp vụ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621792"/>
          </a:xfrm>
          <a:prstGeom prst="roundRect">
            <a:avLst>
              <a:gd name="adj" fmla="val 8824"/>
            </a:avLst>
          </a:prstGeom>
          <a:solidFill>
            <a:srgbClr val="F7F1EC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960120" y="149047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2A26"/>
                </a:solidFill>
              </a:rPr>
              <a:t>Tồn kho = 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743200" y="14904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F2A26"/>
                </a:solidFill>
              </a:rPr>
              <a:t>Hiển thị “Tạm hết món”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784080" y="149047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6F806A"/>
                </a:solidFill>
              </a:rPr>
              <a:t>PASS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2167128"/>
            <a:ext cx="106984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Text 7"/>
          <p:cNvSpPr/>
          <p:nvPr/>
        </p:nvSpPr>
        <p:spPr>
          <a:xfrm>
            <a:off x="960120" y="23317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2A26"/>
                </a:solidFill>
              </a:rPr>
              <a:t>Đặt hàng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743200" y="23317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F2A26"/>
                </a:solidFill>
              </a:rPr>
              <a:t>Tạo Order + OrderItem + giảm kho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784080" y="23317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6F806A"/>
                </a:solidFill>
              </a:rPr>
              <a:t>PASS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3008376"/>
            <a:ext cx="10698480" cy="621792"/>
          </a:xfrm>
          <a:prstGeom prst="roundRect">
            <a:avLst>
              <a:gd name="adj" fmla="val 8824"/>
            </a:avLst>
          </a:prstGeom>
          <a:solidFill>
            <a:srgbClr val="F7F1EC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Text 11"/>
          <p:cNvSpPr/>
          <p:nvPr/>
        </p:nvSpPr>
        <p:spPr>
          <a:xfrm>
            <a:off x="960120" y="31729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2A26"/>
                </a:solidFill>
              </a:rPr>
              <a:t>Sửa địa chỉ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743200" y="317296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F2A26"/>
                </a:solidFill>
              </a:rPr>
              <a:t>Hồ sơ lưu dữ liệu mới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784080" y="31729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6F806A"/>
                </a:solidFill>
              </a:rPr>
              <a:t>PASS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1520" y="3849624"/>
            <a:ext cx="106984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Text 15"/>
          <p:cNvSpPr/>
          <p:nvPr/>
        </p:nvSpPr>
        <p:spPr>
          <a:xfrm>
            <a:off x="960120" y="401421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2A26"/>
                </a:solidFill>
              </a:rPr>
              <a:t>Phân quyền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743200" y="401421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F2A26"/>
                </a:solidFill>
              </a:rPr>
              <a:t>Customer không vào Admin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784080" y="401421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6F806A"/>
                </a:solidFill>
              </a:rPr>
              <a:t>PASS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31520" y="4690872"/>
            <a:ext cx="10698480" cy="621792"/>
          </a:xfrm>
          <a:prstGeom prst="roundRect">
            <a:avLst>
              <a:gd name="adj" fmla="val 8824"/>
            </a:avLst>
          </a:prstGeom>
          <a:solidFill>
            <a:srgbClr val="F7F1EC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1" name="Text 19"/>
          <p:cNvSpPr/>
          <p:nvPr/>
        </p:nvSpPr>
        <p:spPr>
          <a:xfrm>
            <a:off x="960120" y="485546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2A26"/>
                </a:solidFill>
              </a:rPr>
              <a:t>Hủy đơn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0" y="485546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F2A26"/>
                </a:solidFill>
              </a:rPr>
              <a:t>Hoàn kho đúng một lần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784080" y="485546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6F806A"/>
                </a:solidFill>
              </a:rPr>
              <a:t>PASS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E62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F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 • Luồng dữ liệu khi đặt hàng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257"/>
                </a:solidFill>
              </a:rPr>
              <a:t>Controller không làm việc một mình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508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612648" y="1847088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2A26"/>
                </a:solidFill>
              </a:rPr>
              <a:t>View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423160" y="1600200"/>
            <a:ext cx="1508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Text 5"/>
          <p:cNvSpPr/>
          <p:nvPr/>
        </p:nvSpPr>
        <p:spPr>
          <a:xfrm>
            <a:off x="2532888" y="1847088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2A26"/>
                </a:solidFill>
              </a:rPr>
              <a:t>Controller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1508760" cy="731520"/>
          </a:xfrm>
          <a:prstGeom prst="roundRect">
            <a:avLst>
              <a:gd name="adj" fmla="val 10000"/>
            </a:avLst>
          </a:prstGeom>
          <a:solidFill>
            <a:srgbClr val="EDE2DD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Text 7"/>
          <p:cNvSpPr/>
          <p:nvPr/>
        </p:nvSpPr>
        <p:spPr>
          <a:xfrm>
            <a:off x="4453128" y="1847088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2A26"/>
                </a:solidFill>
              </a:rPr>
              <a:t>BLL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1508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Text 9"/>
          <p:cNvSpPr/>
          <p:nvPr/>
        </p:nvSpPr>
        <p:spPr>
          <a:xfrm>
            <a:off x="6373368" y="1847088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2A26"/>
                </a:solidFill>
              </a:rPr>
              <a:t>DAL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83880" y="1600200"/>
            <a:ext cx="1508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Text 11"/>
          <p:cNvSpPr/>
          <p:nvPr/>
        </p:nvSpPr>
        <p:spPr>
          <a:xfrm>
            <a:off x="8293608" y="1847088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2A26"/>
                </a:solidFill>
              </a:rPr>
              <a:t>DataProvider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104120" y="1600200"/>
            <a:ext cx="1508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" name="Text 13"/>
          <p:cNvSpPr/>
          <p:nvPr/>
        </p:nvSpPr>
        <p:spPr>
          <a:xfrm>
            <a:off x="10213848" y="1847088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2A26"/>
                </a:solidFill>
              </a:rPr>
              <a:t>SQL Server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74920" y="2880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A5C58"/>
                </a:solidFill>
              </a:rPr>
              <a:t>Checkout()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74920" y="33558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A5C58"/>
                </a:solidFill>
              </a:rPr>
              <a:t>Validate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74920" y="38313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A5C58"/>
                </a:solidFill>
              </a:rPr>
              <a:t>CreateOrder()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74920" y="43068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A5C58"/>
                </a:solidFill>
              </a:rPr>
              <a:t>Insert items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74920" y="47823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A5C58"/>
                </a:solidFill>
              </a:rPr>
              <a:t>Update stock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74920" y="52578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A5C58"/>
                </a:solidFill>
              </a:rPr>
              <a:t>Commit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E62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F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 • Demo giao diện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257"/>
                </a:solidFill>
              </a:rPr>
              <a:t>Một sản phẩm, một quy trình hoàn chỉnh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3703320" cy="443484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738615"/>
            <a:ext cx="3611880" cy="351792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51960" y="1280160"/>
            <a:ext cx="3703320" cy="443484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7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97680" y="1753602"/>
            <a:ext cx="3611880" cy="348795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001000" y="1280160"/>
            <a:ext cx="3703320" cy="443484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9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46720" y="2218058"/>
            <a:ext cx="3611880" cy="25590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5800" y="58064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257"/>
                </a:solidFill>
              </a:rPr>
              <a:t>Trang chủ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4434840" y="58064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257"/>
                </a:solidFill>
              </a:rPr>
              <a:t>Menu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8183880" y="58064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257"/>
                </a:solidFill>
              </a:rPr>
              <a:t>Giỏ hàng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E62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F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 • Kết quả đạt được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257"/>
                </a:solidFill>
              </a:rPr>
              <a:t>Hệ thống đã đáp ứng mục tiêu cốt lõi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515600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1097280" y="15910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5C58"/>
                </a:solidFill>
              </a:rPr>
              <a:t>Khách hàng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971800" y="159105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2F2A26"/>
                </a:solidFill>
              </a:rPr>
              <a:t>Đăng nhập • menu • giỏ • checkout • đơn hàng</a:t>
            </a:r>
            <a:endParaRPr lang="en-US" sz="1420" dirty="0"/>
          </a:p>
        </p:txBody>
      </p:sp>
      <p:sp>
        <p:nvSpPr>
          <p:cNvPr id="7" name="Shape 5"/>
          <p:cNvSpPr/>
          <p:nvPr/>
        </p:nvSpPr>
        <p:spPr>
          <a:xfrm>
            <a:off x="822960" y="2423160"/>
            <a:ext cx="10515600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6"/>
          <p:cNvSpPr/>
          <p:nvPr/>
        </p:nvSpPr>
        <p:spPr>
          <a:xfrm>
            <a:off x="1097280" y="26426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5C58"/>
                </a:solidFill>
              </a:rPr>
              <a:t>Admin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71800" y="264261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2F2A26"/>
                </a:solidFill>
              </a:rPr>
              <a:t>Dashboard • sản phẩm • tồn kho • đơn hàng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822960" y="3474720"/>
            <a:ext cx="10515600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Text 9"/>
          <p:cNvSpPr/>
          <p:nvPr/>
        </p:nvSpPr>
        <p:spPr>
          <a:xfrm>
            <a:off x="1097280" y="36941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5C58"/>
                </a:solidFill>
              </a:rPr>
              <a:t>Dữ liệu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71800" y="369417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2F2A26"/>
                </a:solidFill>
              </a:rPr>
              <a:t>PK/FK/UNIQUE/CHECK • transaction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822960" y="4526280"/>
            <a:ext cx="10515600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" name="Text 12"/>
          <p:cNvSpPr/>
          <p:nvPr/>
        </p:nvSpPr>
        <p:spPr>
          <a:xfrm>
            <a:off x="1097280" y="47457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5C58"/>
                </a:solidFill>
              </a:rPr>
              <a:t>Kiến trúc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71800" y="474573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2F2A26"/>
                </a:solidFill>
              </a:rPr>
              <a:t>MVC + BLL/DAL/DataProvider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E62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F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 • Hạn chế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257"/>
                </a:solidFill>
              </a:rPr>
              <a:t>Những phần chưa mở rộng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03597" y="1356596"/>
            <a:ext cx="9966960" cy="29312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03200" indent="-203200">
              <a:lnSpc>
                <a:spcPct val="200000"/>
              </a:lnSpc>
              <a:buSzPct val="100000"/>
              <a:buChar char="•"/>
            </a:pPr>
            <a:r>
              <a:rPr lang="en-US" sz="2000" dirty="0">
                <a:solidFill>
                  <a:srgbClr val="2F2A26"/>
                </a:solidFill>
              </a:rPr>
              <a:t>Chưa tích hợp cổng thanh toán trực tuyến thực tế.</a:t>
            </a:r>
            <a:endParaRPr lang="en-US" sz="2000" dirty="0"/>
          </a:p>
          <a:p>
            <a:pPr marL="203200" indent="-203200">
              <a:lnSpc>
                <a:spcPct val="200000"/>
              </a:lnSpc>
              <a:buSzPct val="100000"/>
              <a:buChar char="•"/>
            </a:pPr>
            <a:r>
              <a:rPr lang="en-US" sz="2000" dirty="0">
                <a:solidFill>
                  <a:srgbClr val="2F2A26"/>
                </a:solidFill>
              </a:rPr>
              <a:t>Chưa kết nối dịch vụ vận chuyển bên ngoài.</a:t>
            </a:r>
            <a:endParaRPr lang="en-US" sz="2000" dirty="0"/>
          </a:p>
          <a:p>
            <a:pPr marL="203200" indent="-203200">
              <a:lnSpc>
                <a:spcPct val="200000"/>
              </a:lnSpc>
              <a:buSzPct val="100000"/>
              <a:buChar char="•"/>
            </a:pPr>
            <a:r>
              <a:rPr lang="en-US" sz="2000" dirty="0">
                <a:solidFill>
                  <a:srgbClr val="2F2A26"/>
                </a:solidFill>
              </a:rPr>
              <a:t>Thống kê doanh thu còn ở mức cơ bản.</a:t>
            </a:r>
            <a:endParaRPr lang="en-US" sz="2000" dirty="0"/>
          </a:p>
          <a:p>
            <a:pPr marL="203200" indent="-203200">
              <a:lnSpc>
                <a:spcPct val="200000"/>
              </a:lnSpc>
              <a:buSzPct val="100000"/>
              <a:buChar char="•"/>
            </a:pPr>
            <a:r>
              <a:rPr lang="en-US" sz="2000" dirty="0">
                <a:solidFill>
                  <a:srgbClr val="2F2A26"/>
                </a:solidFill>
              </a:rPr>
              <a:t>Hệ thống chủ yếu mới kiểm thử trong môi trường local.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754880" y="4800600"/>
            <a:ext cx="2651760" cy="310896"/>
          </a:xfrm>
          <a:prstGeom prst="roundRect">
            <a:avLst>
              <a:gd name="adj" fmla="val 29412"/>
            </a:avLst>
          </a:prstGeom>
          <a:solidFill>
            <a:srgbClr val="EDE2DD"/>
          </a:solidFill>
          <a:ln w="12700">
            <a:solidFill>
              <a:srgbClr val="EDE2DD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4818888" y="4855464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A5C58"/>
                </a:solidFill>
              </a:rPr>
              <a:t>PHẠM VI ĐỒ ÁN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E62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F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 • Hướng phát triển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257"/>
                </a:solidFill>
              </a:rPr>
              <a:t>Từ đồ án thành một hệ thống thực tế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2514600" cy="29718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A5C58"/>
                </a:solidFill>
              </a:rPr>
              <a:t>Thanh toán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41832" y="2377440"/>
            <a:ext cx="201168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250000"/>
              </a:lnSpc>
              <a:buNone/>
            </a:pPr>
            <a:r>
              <a:rPr lang="en-US" sz="1400" dirty="0">
                <a:solidFill>
                  <a:srgbClr val="2F2A26"/>
                </a:solidFill>
              </a:rPr>
              <a:t>Tích hợp VNPay / MoMo hoặc cổng phù hợp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66160" y="1600200"/>
            <a:ext cx="2514600" cy="29718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6"/>
          <p:cNvSpPr/>
          <p:nvPr/>
        </p:nvSpPr>
        <p:spPr>
          <a:xfrm>
            <a:off x="3703320" y="1920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A5C58"/>
                </a:solidFill>
              </a:rPr>
              <a:t>Vận chuyển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822192" y="2377440"/>
            <a:ext cx="201168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250000"/>
              </a:lnSpc>
              <a:buNone/>
            </a:pPr>
            <a:r>
              <a:rPr lang="en-US" sz="1400" dirty="0">
                <a:solidFill>
                  <a:srgbClr val="2F2A26"/>
                </a:solidFill>
              </a:rPr>
              <a:t>Theo dõi giao hàng theo thời gian thực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46520" y="1600200"/>
            <a:ext cx="2514600" cy="29718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Text 9"/>
          <p:cNvSpPr/>
          <p:nvPr/>
        </p:nvSpPr>
        <p:spPr>
          <a:xfrm>
            <a:off x="6583680" y="1920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A5C58"/>
                </a:solidFill>
              </a:rPr>
              <a:t>Phân tích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702552" y="2377440"/>
            <a:ext cx="201168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250000"/>
              </a:lnSpc>
              <a:buNone/>
            </a:pPr>
            <a:r>
              <a:rPr lang="en-US" sz="1400" dirty="0">
                <a:solidFill>
                  <a:srgbClr val="2F2A26"/>
                </a:solidFill>
              </a:rPr>
              <a:t>Doanh thu • món bán chạy • xu hướng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326880" y="1600200"/>
            <a:ext cx="2514600" cy="29718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" name="Text 12"/>
          <p:cNvSpPr/>
          <p:nvPr/>
        </p:nvSpPr>
        <p:spPr>
          <a:xfrm>
            <a:off x="9464040" y="1920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A5C58"/>
                </a:solidFill>
              </a:rPr>
              <a:t>Triển khai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582912" y="2377440"/>
            <a:ext cx="201168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250000"/>
              </a:lnSpc>
              <a:buNone/>
            </a:pPr>
            <a:r>
              <a:rPr lang="en-US" sz="1400" dirty="0">
                <a:solidFill>
                  <a:srgbClr val="2F2A26"/>
                </a:solidFill>
              </a:rPr>
              <a:t>Production • logging • monitoring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E62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5C58"/>
                </a:solidFill>
              </a:rPr>
              <a:t>LITTLE CLOUD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F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KẾT LUẬN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E6257"/>
                </a:solidFill>
              </a:rPr>
              <a:t>Một website bán đồ uống hoàn chỉnh ở mức đồ án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1051560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800" b="1" dirty="0">
                <a:solidFill>
                  <a:srgbClr val="7A5C58"/>
                </a:solidFill>
              </a:rPr>
              <a:t>ASP.NET MVC 5  •  SQL Server 2019  •  ADO.NET</a:t>
            </a:r>
            <a:endParaRPr lang="en-US" sz="1800" dirty="0"/>
          </a:p>
          <a:p>
            <a:pPr marL="0" indent="0" algn="ctr">
              <a:lnSpc>
                <a:spcPct val="200000"/>
              </a:lnSpc>
              <a:buNone/>
            </a:pPr>
            <a:r>
              <a:rPr lang="en-US" sz="1800" b="1" dirty="0">
                <a:solidFill>
                  <a:srgbClr val="7A5C58"/>
                </a:solidFill>
              </a:rPr>
              <a:t>Khách hàng  •  Quản trị  •  Checkout  •  Tồn kho  •  Đơn hàng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30352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 err="1">
                <a:solidFill>
                  <a:srgbClr val="2F2A26"/>
                </a:solidFill>
              </a:rPr>
              <a:t>C</a:t>
            </a:r>
            <a:r>
              <a:rPr lang="en-US" sz="1800" dirty="0" err="1">
                <a:solidFill>
                  <a:srgbClr val="2F2A26"/>
                </a:solidFill>
              </a:rPr>
              <a:t>ảm</a:t>
            </a:r>
            <a:r>
              <a:rPr lang="en-US" sz="1800" dirty="0">
                <a:solidFill>
                  <a:srgbClr val="2F2A26"/>
                </a:solidFill>
              </a:rPr>
              <a:t> </a:t>
            </a:r>
            <a:r>
              <a:rPr lang="en-US" sz="1800" dirty="0" err="1">
                <a:solidFill>
                  <a:srgbClr val="2F2A26"/>
                </a:solidFill>
              </a:rPr>
              <a:t>ơn</a:t>
            </a:r>
            <a:r>
              <a:rPr lang="en-US" sz="1800" dirty="0">
                <a:solidFill>
                  <a:srgbClr val="2F2A26"/>
                </a:solidFill>
              </a:rPr>
              <a:t> </a:t>
            </a:r>
            <a:r>
              <a:rPr lang="vi-VN" sz="1800" dirty="0">
                <a:solidFill>
                  <a:srgbClr val="2F2A26"/>
                </a:solidFill>
              </a:rPr>
              <a:t>quý</a:t>
            </a:r>
            <a:r>
              <a:rPr lang="en-US" sz="1800" dirty="0">
                <a:solidFill>
                  <a:srgbClr val="2F2A26"/>
                </a:solidFill>
              </a:rPr>
              <a:t> </a:t>
            </a:r>
            <a:r>
              <a:rPr lang="en-US" sz="1800" dirty="0" err="1">
                <a:solidFill>
                  <a:srgbClr val="2F2A26"/>
                </a:solidFill>
              </a:rPr>
              <a:t>thầy</a:t>
            </a:r>
            <a:r>
              <a:rPr lang="en-US" sz="1800" dirty="0">
                <a:solidFill>
                  <a:srgbClr val="2F2A26"/>
                </a:solidFill>
              </a:rPr>
              <a:t> </a:t>
            </a:r>
            <a:r>
              <a:rPr lang="vi-VN" sz="1800" dirty="0">
                <a:solidFill>
                  <a:srgbClr val="2F2A26"/>
                </a:solidFill>
              </a:rPr>
              <a:t>cô</a:t>
            </a:r>
            <a:r>
              <a:rPr lang="en-US" sz="1800" dirty="0">
                <a:solidFill>
                  <a:srgbClr val="2F2A26"/>
                </a:solidFill>
              </a:rPr>
              <a:t> </a:t>
            </a:r>
            <a:r>
              <a:rPr lang="en-US" sz="1800" dirty="0" err="1">
                <a:solidFill>
                  <a:srgbClr val="2F2A26"/>
                </a:solidFill>
              </a:rPr>
              <a:t>đã</a:t>
            </a:r>
            <a:r>
              <a:rPr lang="en-US" sz="1800" dirty="0">
                <a:solidFill>
                  <a:srgbClr val="2F2A26"/>
                </a:solidFill>
              </a:rPr>
              <a:t> lắng nghe.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E62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1153</Words>
  <Application>Microsoft Office PowerPoint</Application>
  <PresentationFormat>Widescreen</PresentationFormat>
  <Paragraphs>277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Đồ án ASP.NET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Little Cloud – Thuyết trình đồ án 5 phút</dc:title>
  <dc:subject>Thuyết trình đồ án Little Cloud</dc:subject>
  <dc:creator>Nguyễn Hoàng Thảo</dc:creator>
  <cp:lastModifiedBy>Thảo Nguyễn Hoàng</cp:lastModifiedBy>
  <cp:revision>4</cp:revision>
  <dcterms:created xsi:type="dcterms:W3CDTF">2026-08-28T09:37:41Z</dcterms:created>
  <dcterms:modified xsi:type="dcterms:W3CDTF">2026-08-31T09:40:29Z</dcterms:modified>
</cp:coreProperties>
</file>